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wholeTbl>
    <a:band2H>
      <a:tcTxStyle b="def" i="def"/>
      <a:tcStyle>
        <a:tcBdr/>
        <a:fill>
          <a:solidFill>
            <a:srgbClr val="FFFFFF"/>
          </a:solidFill>
        </a:fill>
      </a:tcStyle>
    </a:band2H>
    <a:firstCo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Col>
    <a:la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5" name="Shape 135"/>
          <p:cNvSpPr/>
          <p:nvPr>
            <p:ph type="sldImg"/>
          </p:nvPr>
        </p:nvSpPr>
        <p:spPr>
          <a:xfrm>
            <a:off x="1143000" y="685800"/>
            <a:ext cx="4572000" cy="3429000"/>
          </a:xfrm>
          <a:prstGeom prst="rect">
            <a:avLst/>
          </a:prstGeom>
        </p:spPr>
        <p:txBody>
          <a:bodyPr/>
          <a:lstStyle/>
          <a:p>
            <a:pPr/>
          </a:p>
        </p:txBody>
      </p:sp>
      <p:sp>
        <p:nvSpPr>
          <p:cNvPr id="136" name="Shape 13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13"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4"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5" name="Title Text"/>
          <p:cNvSpPr txBox="1"/>
          <p:nvPr>
            <p:ph type="title"/>
          </p:nvPr>
        </p:nvSpPr>
        <p:spPr>
          <a:xfrm>
            <a:off x="1050877" y="1322386"/>
            <a:ext cx="10363201" cy="1470001"/>
          </a:xfrm>
          <a:prstGeom prst="rect">
            <a:avLst/>
          </a:prstGeom>
        </p:spPr>
        <p:txBody>
          <a:bodyPr/>
          <a:lstStyle/>
          <a:p>
            <a:pPr/>
            <a:r>
              <a:t>Title Text</a:t>
            </a:r>
          </a:p>
        </p:txBody>
      </p:sp>
      <p:sp>
        <p:nvSpPr>
          <p:cNvPr id="16" name="Body Level One…"/>
          <p:cNvSpPr txBox="1"/>
          <p:nvPr>
            <p:ph type="body" sz="quarter" idx="1"/>
          </p:nvPr>
        </p:nvSpPr>
        <p:spPr>
          <a:xfrm>
            <a:off x="2032000" y="3326641"/>
            <a:ext cx="8534400" cy="1752601"/>
          </a:xfrm>
          <a:prstGeom prst="rect">
            <a:avLst/>
          </a:prstGeom>
        </p:spPr>
        <p:txBody>
          <a:bodyPr/>
          <a:lstStyle>
            <a:lvl1pPr marL="381000" indent="-304800" algn="ctr">
              <a:buClrTx/>
              <a:buSzTx/>
              <a:buFontTx/>
              <a:buNone/>
              <a:defRPr b="1" sz="2000">
                <a:solidFill>
                  <a:srgbClr val="17365D"/>
                </a:solidFill>
              </a:defRPr>
            </a:lvl1pPr>
            <a:lvl2pPr marL="381000" indent="177800" algn="ctr">
              <a:buClrTx/>
              <a:buSzTx/>
              <a:buFontTx/>
              <a:buNone/>
              <a:defRPr b="1" sz="2000">
                <a:solidFill>
                  <a:srgbClr val="17365D"/>
                </a:solidFill>
              </a:defRPr>
            </a:lvl2pPr>
            <a:lvl3pPr marL="381000" indent="647700" algn="ctr">
              <a:buClrTx/>
              <a:buSzTx/>
              <a:buFontTx/>
              <a:buNone/>
              <a:defRPr b="1" sz="2000">
                <a:solidFill>
                  <a:srgbClr val="17365D"/>
                </a:solidFill>
              </a:defRPr>
            </a:lvl3pPr>
            <a:lvl4pPr marL="381000" indent="1117600" algn="ctr">
              <a:buClrTx/>
              <a:buSzTx/>
              <a:buFontTx/>
              <a:buNone/>
              <a:defRPr b="1" sz="2000">
                <a:solidFill>
                  <a:srgbClr val="17365D"/>
                </a:solidFill>
              </a:defRPr>
            </a:lvl4pPr>
            <a:lvl5pPr marL="381000" indent="1574800" algn="ctr">
              <a:buClrTx/>
              <a:buSzTx/>
              <a:buFontTx/>
              <a:buNone/>
              <a:defRPr b="1" sz="2000">
                <a:solidFill>
                  <a:srgbClr val="17365D"/>
                </a:solidFill>
              </a:defRPr>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4" name="Title Text"/>
          <p:cNvSpPr txBox="1"/>
          <p:nvPr>
            <p:ph type="title"/>
          </p:nvPr>
        </p:nvSpPr>
        <p:spPr>
          <a:prstGeom prst="rect">
            <a:avLst/>
          </a:prstGeom>
        </p:spPr>
        <p:txBody>
          <a:bodyPr/>
          <a:lstStyle/>
          <a:p>
            <a:pPr/>
            <a:r>
              <a:t>Title Text</a:t>
            </a:r>
          </a:p>
        </p:txBody>
      </p:sp>
      <p:sp>
        <p:nvSpPr>
          <p:cNvPr id="2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33"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34"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35" name="Title Text"/>
          <p:cNvSpPr txBox="1"/>
          <p:nvPr>
            <p:ph type="title"/>
          </p:nvPr>
        </p:nvSpPr>
        <p:spPr>
          <a:xfrm>
            <a:off x="963084" y="4406903"/>
            <a:ext cx="10363201" cy="1362001"/>
          </a:xfrm>
          <a:prstGeom prst="rect">
            <a:avLst/>
          </a:prstGeom>
        </p:spPr>
        <p:txBody>
          <a:bodyPr anchor="t"/>
          <a:lstStyle>
            <a:lvl1pPr>
              <a:defRPr sz="4000">
                <a:solidFill>
                  <a:srgbClr val="FF0000"/>
                </a:solidFill>
              </a:defRPr>
            </a:lvl1pPr>
          </a:lstStyle>
          <a:p>
            <a:pPr/>
            <a:r>
              <a:t>Title Text</a:t>
            </a:r>
          </a:p>
        </p:txBody>
      </p:sp>
      <p:sp>
        <p:nvSpPr>
          <p:cNvPr id="36" name="Body Level One…"/>
          <p:cNvSpPr txBox="1"/>
          <p:nvPr>
            <p:ph type="body" sz="quarter" idx="1"/>
          </p:nvPr>
        </p:nvSpPr>
        <p:spPr>
          <a:xfrm>
            <a:off x="963084" y="2906713"/>
            <a:ext cx="10363201" cy="1500301"/>
          </a:xfrm>
          <a:prstGeom prst="rect">
            <a:avLst/>
          </a:prstGeom>
        </p:spPr>
        <p:txBody>
          <a:bodyPr anchor="b"/>
          <a:lstStyle>
            <a:lvl1pPr marL="228600" indent="0">
              <a:buClrTx/>
              <a:buSzTx/>
              <a:buFontTx/>
              <a:buNone/>
              <a:defRPr sz="2000">
                <a:solidFill>
                  <a:srgbClr val="888888"/>
                </a:solidFill>
              </a:defRPr>
            </a:lvl1pPr>
            <a:lvl2pPr marL="228600" indent="457200">
              <a:buClrTx/>
              <a:buSzTx/>
              <a:buFontTx/>
              <a:buNone/>
              <a:defRPr sz="2000">
                <a:solidFill>
                  <a:srgbClr val="888888"/>
                </a:solidFill>
              </a:defRPr>
            </a:lvl2pPr>
            <a:lvl3pPr marL="228600" indent="914400">
              <a:buClrTx/>
              <a:buSzTx/>
              <a:buFontTx/>
              <a:buNone/>
              <a:defRPr sz="2000">
                <a:solidFill>
                  <a:srgbClr val="888888"/>
                </a:solidFill>
              </a:defRPr>
            </a:lvl3pPr>
            <a:lvl4pPr marL="228600" indent="1371600">
              <a:buClrTx/>
              <a:buSzTx/>
              <a:buFontTx/>
              <a:buNone/>
              <a:defRPr sz="2000">
                <a:solidFill>
                  <a:srgbClr val="888888"/>
                </a:solidFill>
              </a:defRPr>
            </a:lvl4pPr>
            <a:lvl5pPr marL="228600" indent="1828800">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44"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45"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4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47" name="Body Level One…"/>
          <p:cNvSpPr txBox="1"/>
          <p:nvPr>
            <p:ph type="body" sz="half" idx="1"/>
          </p:nvPr>
        </p:nvSpPr>
        <p:spPr>
          <a:xfrm>
            <a:off x="609600" y="1600203"/>
            <a:ext cx="5384701" cy="4526101"/>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9" indent="-497839">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48" name="Google Shape;34;p5"/>
          <p:cNvSpPr txBox="1"/>
          <p:nvPr>
            <p:ph type="body" sz="half" idx="21"/>
          </p:nvPr>
        </p:nvSpPr>
        <p:spPr>
          <a:xfrm>
            <a:off x="6197599" y="1600202"/>
            <a:ext cx="5384702" cy="4526102"/>
          </a:xfrm>
          <a:prstGeom prst="rect">
            <a:avLst/>
          </a:prstGeom>
        </p:spPr>
        <p:txBody>
          <a:bodyPr/>
          <a:lstStyle/>
          <a:p>
            <a:pPr indent="-406400">
              <a:spcBef>
                <a:spcPts val="500"/>
              </a:spcBef>
              <a:buSzPts val="2800"/>
              <a:defRPr sz="2800"/>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sp>
        <p:nvSpPr>
          <p:cNvPr id="56"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57"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58" name="Title Text"/>
          <p:cNvSpPr txBox="1"/>
          <p:nvPr>
            <p:ph type="title"/>
          </p:nvPr>
        </p:nvSpPr>
        <p:spPr>
          <a:xfrm>
            <a:off x="859367" y="304800"/>
            <a:ext cx="10668001" cy="487500"/>
          </a:xfrm>
          <a:prstGeom prst="rect">
            <a:avLst/>
          </a:prstGeom>
        </p:spPr>
        <p:txBody>
          <a:bodyPr/>
          <a:lstStyle>
            <a:lvl1pPr>
              <a:defRPr>
                <a:solidFill>
                  <a:srgbClr val="FF0000"/>
                </a:solidFill>
              </a:defRPr>
            </a:lvl1pPr>
          </a:lstStyle>
          <a:p>
            <a:pPr/>
            <a:r>
              <a:t>Title Text</a:t>
            </a:r>
          </a:p>
        </p:txBody>
      </p:sp>
      <p:sp>
        <p:nvSpPr>
          <p:cNvPr id="59" name="Body Level One…"/>
          <p:cNvSpPr txBox="1"/>
          <p:nvPr>
            <p:ph type="body" sz="quarter" idx="1"/>
          </p:nvPr>
        </p:nvSpPr>
        <p:spPr>
          <a:xfrm>
            <a:off x="609600" y="1535112"/>
            <a:ext cx="5386800" cy="639901"/>
          </a:xfrm>
          <a:prstGeom prst="rect">
            <a:avLst/>
          </a:prstGeom>
        </p:spPr>
        <p:txBody>
          <a:bodyPr anchor="b"/>
          <a:lstStyle>
            <a:lvl1pPr marL="228600" indent="0">
              <a:buClrTx/>
              <a:buSzTx/>
              <a:buFontTx/>
              <a:buNone/>
              <a:defRPr b="1"/>
            </a:lvl1pPr>
            <a:lvl2pPr marL="228600" indent="457200">
              <a:buClrTx/>
              <a:buSzTx/>
              <a:buFontTx/>
              <a:buNone/>
              <a:defRPr b="1"/>
            </a:lvl2pPr>
            <a:lvl3pPr marL="228600" indent="914400">
              <a:buClrTx/>
              <a:buSzTx/>
              <a:buFontTx/>
              <a:buNone/>
              <a:defRPr b="1"/>
            </a:lvl3pPr>
            <a:lvl4pPr marL="228600" indent="1371600">
              <a:buClrTx/>
              <a:buSzTx/>
              <a:buFontTx/>
              <a:buNone/>
              <a:defRPr b="1"/>
            </a:lvl4pPr>
            <a:lvl5pPr marL="228600" indent="1828800">
              <a:buClrTx/>
              <a:buSzTx/>
              <a:buFontTx/>
              <a:buNone/>
              <a:defRPr b="1"/>
            </a:lvl5pPr>
          </a:lstStyle>
          <a:p>
            <a:pPr/>
            <a:r>
              <a:t>Body Level One</a:t>
            </a:r>
          </a:p>
          <a:p>
            <a:pPr lvl="1"/>
            <a:r>
              <a:t>Body Level Two</a:t>
            </a:r>
          </a:p>
          <a:p>
            <a:pPr lvl="2"/>
            <a:r>
              <a:t>Body Level Three</a:t>
            </a:r>
          </a:p>
          <a:p>
            <a:pPr lvl="3"/>
            <a:r>
              <a:t>Body Level Four</a:t>
            </a:r>
          </a:p>
          <a:p>
            <a:pPr lvl="4"/>
            <a:r>
              <a:t>Body Level Five</a:t>
            </a:r>
          </a:p>
        </p:txBody>
      </p:sp>
      <p:sp>
        <p:nvSpPr>
          <p:cNvPr id="60" name="Google Shape;41;p6"/>
          <p:cNvSpPr txBox="1"/>
          <p:nvPr>
            <p:ph type="body" sz="half" idx="21"/>
          </p:nvPr>
        </p:nvSpPr>
        <p:spPr>
          <a:xfrm>
            <a:off x="609599" y="2174875"/>
            <a:ext cx="5386802" cy="3951300"/>
          </a:xfrm>
          <a:prstGeom prst="rect">
            <a:avLst/>
          </a:prstGeom>
        </p:spPr>
        <p:txBody>
          <a:bodyPr/>
          <a:lstStyle/>
          <a:p>
            <a:pPr/>
          </a:p>
        </p:txBody>
      </p:sp>
      <p:sp>
        <p:nvSpPr>
          <p:cNvPr id="61" name="Google Shape;42;p6"/>
          <p:cNvSpPr txBox="1"/>
          <p:nvPr>
            <p:ph type="body" sz="quarter" idx="22"/>
          </p:nvPr>
        </p:nvSpPr>
        <p:spPr>
          <a:xfrm>
            <a:off x="6193368" y="1535112"/>
            <a:ext cx="5388901" cy="639901"/>
          </a:xfrm>
          <a:prstGeom prst="rect">
            <a:avLst/>
          </a:prstGeom>
        </p:spPr>
        <p:txBody>
          <a:bodyPr anchor="b"/>
          <a:lstStyle/>
          <a:p>
            <a:pPr marL="228600" indent="0">
              <a:buClrTx/>
              <a:buSzTx/>
              <a:buFontTx/>
              <a:buNone/>
              <a:defRPr b="1"/>
            </a:pPr>
          </a:p>
        </p:txBody>
      </p:sp>
      <p:sp>
        <p:nvSpPr>
          <p:cNvPr id="62" name="Google Shape;43;p6"/>
          <p:cNvSpPr txBox="1"/>
          <p:nvPr>
            <p:ph type="body" sz="half" idx="23"/>
          </p:nvPr>
        </p:nvSpPr>
        <p:spPr>
          <a:xfrm>
            <a:off x="6193368" y="2174875"/>
            <a:ext cx="5388901" cy="3951300"/>
          </a:xfrm>
          <a:prstGeom prst="rect">
            <a:avLst/>
          </a:prstGeom>
        </p:spPr>
        <p:txBody>
          <a:bodyPr/>
          <a:lstStyle/>
          <a:p>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70"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71"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72" name="Title Text"/>
          <p:cNvSpPr txBox="1"/>
          <p:nvPr>
            <p:ph type="title"/>
          </p:nvPr>
        </p:nvSpPr>
        <p:spPr>
          <a:xfrm>
            <a:off x="3860800" y="274638"/>
            <a:ext cx="7721700" cy="487501"/>
          </a:xfrm>
          <a:prstGeom prst="rect">
            <a:avLst/>
          </a:prstGeom>
        </p:spPr>
        <p:txBody>
          <a:bodyPr/>
          <a:lstStyle>
            <a:lvl1pPr>
              <a:defRPr>
                <a:solidFill>
                  <a:srgbClr val="FF0000"/>
                </a:solidFill>
              </a:defRPr>
            </a:lvl1pPr>
          </a:lstStyle>
          <a:p>
            <a:pPr/>
            <a:r>
              <a:t>Title Text</a:t>
            </a:r>
          </a:p>
        </p:txBody>
      </p:sp>
      <p:pic>
        <p:nvPicPr>
          <p:cNvPr id="73" name="Google Shape;52;p7" descr="Google Shape;52;p7"/>
          <p:cNvPicPr>
            <a:picLocks noChangeAspect="1"/>
          </p:cNvPicPr>
          <p:nvPr/>
        </p:nvPicPr>
        <p:blipFill>
          <a:blip r:embed="rId3">
            <a:extLst/>
          </a:blip>
          <a:stretch>
            <a:fillRect/>
          </a:stretch>
        </p:blipFill>
        <p:spPr>
          <a:xfrm>
            <a:off x="2505208" y="139873"/>
            <a:ext cx="9686795" cy="698327"/>
          </a:xfrm>
          <a:prstGeom prst="rect">
            <a:avLst/>
          </a:prstGeom>
          <a:ln w="12700">
            <a:miter lim="400000"/>
          </a:ln>
        </p:spPr>
      </p:pic>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81"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82"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sp>
        <p:nvSpPr>
          <p:cNvPr id="90"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91"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92" name="Title Text"/>
          <p:cNvSpPr txBox="1"/>
          <p:nvPr>
            <p:ph type="title"/>
          </p:nvPr>
        </p:nvSpPr>
        <p:spPr>
          <a:xfrm>
            <a:off x="609601" y="273050"/>
            <a:ext cx="4011002" cy="1162200"/>
          </a:xfrm>
          <a:prstGeom prst="rect">
            <a:avLst/>
          </a:prstGeom>
        </p:spPr>
        <p:txBody>
          <a:bodyPr anchor="b"/>
          <a:lstStyle>
            <a:lvl1pPr>
              <a:defRPr sz="2000">
                <a:solidFill>
                  <a:srgbClr val="FF0000"/>
                </a:solidFill>
              </a:defRPr>
            </a:lvl1pPr>
          </a:lstStyle>
          <a:p>
            <a:pPr/>
            <a:r>
              <a:t>Title Text</a:t>
            </a:r>
          </a:p>
        </p:txBody>
      </p:sp>
      <p:sp>
        <p:nvSpPr>
          <p:cNvPr id="93" name="Body Level One…"/>
          <p:cNvSpPr txBox="1"/>
          <p:nvPr>
            <p:ph type="body" idx="1"/>
          </p:nvPr>
        </p:nvSpPr>
        <p:spPr>
          <a:xfrm>
            <a:off x="4766733" y="273053"/>
            <a:ext cx="6815701" cy="5853001"/>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94" name="Google Shape;60;p9"/>
          <p:cNvSpPr txBox="1"/>
          <p:nvPr>
            <p:ph type="body" sz="half" idx="21"/>
          </p:nvPr>
        </p:nvSpPr>
        <p:spPr>
          <a:xfrm>
            <a:off x="609601" y="1435102"/>
            <a:ext cx="4011002" cy="4691102"/>
          </a:xfrm>
          <a:prstGeom prst="rect">
            <a:avLst/>
          </a:prstGeom>
        </p:spPr>
        <p:txBody>
          <a:bodyPr/>
          <a:lstStyle/>
          <a:p>
            <a:pPr marL="228600" indent="0">
              <a:spcBef>
                <a:spcPts val="200"/>
              </a:spcBef>
              <a:buClrTx/>
              <a:buSzTx/>
              <a:buFontTx/>
              <a:buNone/>
              <a:defRPr sz="1400"/>
            </a:pP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102"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03"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04" name="Title Text"/>
          <p:cNvSpPr txBox="1"/>
          <p:nvPr>
            <p:ph type="title"/>
          </p:nvPr>
        </p:nvSpPr>
        <p:spPr>
          <a:xfrm>
            <a:off x="2389716" y="4800600"/>
            <a:ext cx="7315201" cy="566701"/>
          </a:xfrm>
          <a:prstGeom prst="rect">
            <a:avLst/>
          </a:prstGeom>
        </p:spPr>
        <p:txBody>
          <a:bodyPr anchor="b"/>
          <a:lstStyle>
            <a:lvl1pPr>
              <a:defRPr sz="2000">
                <a:solidFill>
                  <a:srgbClr val="FF0000"/>
                </a:solidFill>
              </a:defRPr>
            </a:lvl1pPr>
          </a:lstStyle>
          <a:p>
            <a:pPr/>
            <a:r>
              <a:t>Title Text</a:t>
            </a:r>
          </a:p>
        </p:txBody>
      </p:sp>
      <p:sp>
        <p:nvSpPr>
          <p:cNvPr id="105" name="Google Shape;66;p10"/>
          <p:cNvSpPr/>
          <p:nvPr>
            <p:ph type="pic" sz="half" idx="21"/>
          </p:nvPr>
        </p:nvSpPr>
        <p:spPr>
          <a:xfrm>
            <a:off x="2389716" y="612775"/>
            <a:ext cx="7315201" cy="4114800"/>
          </a:xfrm>
          <a:prstGeom prst="rect">
            <a:avLst/>
          </a:prstGeom>
        </p:spPr>
        <p:txBody>
          <a:bodyPr lIns="91439" tIns="45719" rIns="91439" bIns="45719">
            <a:noAutofit/>
          </a:bodyPr>
          <a:lstStyle/>
          <a:p>
            <a:pPr/>
          </a:p>
        </p:txBody>
      </p:sp>
      <p:sp>
        <p:nvSpPr>
          <p:cNvPr id="106" name="Body Level One…"/>
          <p:cNvSpPr txBox="1"/>
          <p:nvPr>
            <p:ph type="body" sz="quarter" idx="1"/>
          </p:nvPr>
        </p:nvSpPr>
        <p:spPr>
          <a:xfrm>
            <a:off x="2389716" y="5367337"/>
            <a:ext cx="7315201" cy="804901"/>
          </a:xfrm>
          <a:prstGeom prst="rect">
            <a:avLst/>
          </a:prstGeom>
        </p:spPr>
        <p:txBody>
          <a:bodyPr/>
          <a:lstStyle>
            <a:lvl1pPr marL="228600" indent="0">
              <a:spcBef>
                <a:spcPts val="200"/>
              </a:spcBef>
              <a:buClrTx/>
              <a:buSzTx/>
              <a:buFontTx/>
              <a:buNone/>
              <a:defRPr sz="1400"/>
            </a:lvl1pPr>
            <a:lvl2pPr marL="228600" indent="457200">
              <a:spcBef>
                <a:spcPts val="200"/>
              </a:spcBef>
              <a:buClrTx/>
              <a:buSzTx/>
              <a:buFontTx/>
              <a:buNone/>
              <a:defRPr sz="1400"/>
            </a:lvl2pPr>
            <a:lvl3pPr marL="228600" indent="914400">
              <a:spcBef>
                <a:spcPts val="200"/>
              </a:spcBef>
              <a:buClrTx/>
              <a:buSzTx/>
              <a:buFontTx/>
              <a:buNone/>
              <a:defRPr sz="1400"/>
            </a:lvl3pPr>
            <a:lvl4pPr marL="228600" indent="1371600">
              <a:spcBef>
                <a:spcPts val="200"/>
              </a:spcBef>
              <a:buClrTx/>
              <a:buSzTx/>
              <a:buFontTx/>
              <a:buNone/>
              <a:defRPr sz="1400"/>
            </a:lvl4pPr>
            <a:lvl5pPr marL="228600" indent="1828800">
              <a:spcBef>
                <a:spcPts val="200"/>
              </a:spcBef>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114"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15"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1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117" name="Body Level One…"/>
          <p:cNvSpPr txBox="1"/>
          <p:nvPr>
            <p:ph type="body" idx="1"/>
          </p:nvPr>
        </p:nvSpPr>
        <p:spPr>
          <a:xfrm rot="5400000">
            <a:off x="3670300" y="-1714500"/>
            <a:ext cx="4953000" cy="106680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25"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26"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27" name="Title Text"/>
          <p:cNvSpPr txBox="1"/>
          <p:nvPr>
            <p:ph type="title"/>
          </p:nvPr>
        </p:nvSpPr>
        <p:spPr>
          <a:xfrm rot="5400000">
            <a:off x="7285049" y="1828791"/>
            <a:ext cx="5851501" cy="2743201"/>
          </a:xfrm>
          <a:prstGeom prst="rect">
            <a:avLst/>
          </a:prstGeom>
        </p:spPr>
        <p:txBody>
          <a:bodyPr/>
          <a:lstStyle>
            <a:lvl1pPr>
              <a:defRPr>
                <a:solidFill>
                  <a:srgbClr val="FF0000"/>
                </a:solidFill>
              </a:defRPr>
            </a:lvl1pPr>
          </a:lstStyle>
          <a:p>
            <a:pPr/>
            <a:r>
              <a:t>Title Text</a:t>
            </a:r>
          </a:p>
        </p:txBody>
      </p:sp>
      <p:sp>
        <p:nvSpPr>
          <p:cNvPr id="128" name="Body Level One…"/>
          <p:cNvSpPr txBox="1"/>
          <p:nvPr>
            <p:ph type="body" idx="1"/>
          </p:nvPr>
        </p:nvSpPr>
        <p:spPr>
          <a:xfrm rot="5400000">
            <a:off x="1696999" y="-812860"/>
            <a:ext cx="5851501" cy="80265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3"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4" name="Title Text"/>
          <p:cNvSpPr txBox="1"/>
          <p:nvPr>
            <p:ph type="title"/>
          </p:nvPr>
        </p:nvSpPr>
        <p:spPr>
          <a:xfrm>
            <a:off x="812800" y="274638"/>
            <a:ext cx="10668000" cy="4875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5" name="Body Level One…"/>
          <p:cNvSpPr txBox="1"/>
          <p:nvPr>
            <p:ph type="body" idx="1"/>
          </p:nvPr>
        </p:nvSpPr>
        <p:spPr>
          <a:xfrm>
            <a:off x="812800" y="1143000"/>
            <a:ext cx="10668000" cy="495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11284625" y="6397953"/>
            <a:ext cx="297875" cy="281901"/>
          </a:xfrm>
          <a:prstGeom prst="rect">
            <a:avLst/>
          </a:prstGeom>
          <a:ln w="12700">
            <a:miter lim="400000"/>
          </a:ln>
        </p:spPr>
        <p:txBody>
          <a:bodyPr wrap="none" lIns="45699" tIns="45699" rIns="45699" bIns="45699" anchor="ctr">
            <a:spAutoFit/>
          </a:bodyPr>
          <a:lstStyle>
            <a:lvl1pPr algn="r">
              <a:defRPr sz="1200">
                <a:solidFill>
                  <a:srgbClr val="888888"/>
                </a:solidFill>
                <a:latin typeface="Verdana"/>
                <a:ea typeface="Verdana"/>
                <a:cs typeface="Verdana"/>
                <a:sym typeface="Verdan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1pPr>
      <a:lvl2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2pPr>
      <a:lvl3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3pPr>
      <a:lvl4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4pPr>
      <a:lvl5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5pPr>
      <a:lvl6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9pPr>
    </p:titleStyle>
    <p:bodyStyle>
      <a:lvl1pPr marL="457200" marR="0" indent="-3810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1pPr>
      <a:lvl2pPr marL="985519" marR="0" indent="-42671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2pPr>
      <a:lvl3pPr marL="1485900" marR="0" indent="-4572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3pPr>
      <a:lvl4pPr marL="19939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4pPr>
      <a:lvl5pPr marL="24511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5pPr>
      <a:lvl6pPr marL="28117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6pPr>
      <a:lvl7pPr marL="32689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7pPr>
      <a:lvl8pPr marL="37261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8pPr>
      <a:lvl9pPr marL="41833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Google Shape;87;p13"/>
          <p:cNvSpPr txBox="1"/>
          <p:nvPr>
            <p:ph type="ctrTitle"/>
          </p:nvPr>
        </p:nvSpPr>
        <p:spPr>
          <a:xfrm>
            <a:off x="790468" y="1069101"/>
            <a:ext cx="10363201" cy="962899"/>
          </a:xfrm>
          <a:prstGeom prst="rect">
            <a:avLst/>
          </a:prstGeom>
        </p:spPr>
        <p:txBody>
          <a:bodyPr/>
          <a:lstStyle>
            <a:lvl1pPr algn="ctr">
              <a:defRPr b="0"/>
            </a:lvl1pPr>
          </a:lstStyle>
          <a:p>
            <a:pPr/>
            <a:r>
              <a:t>PSCS_49_Al-based tool for preliminary diagnosis of Dermatological manifestations	</a:t>
            </a:r>
          </a:p>
        </p:txBody>
      </p:sp>
      <p:sp>
        <p:nvSpPr>
          <p:cNvPr id="139" name="Google Shape;88;p13"/>
          <p:cNvSpPr txBox="1"/>
          <p:nvPr>
            <p:ph type="subTitle" sz="quarter" idx="1"/>
          </p:nvPr>
        </p:nvSpPr>
        <p:spPr>
          <a:xfrm>
            <a:off x="790468" y="2045352"/>
            <a:ext cx="4391131" cy="552301"/>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2022</a:t>
            </a:r>
          </a:p>
        </p:txBody>
      </p:sp>
      <p:sp>
        <p:nvSpPr>
          <p:cNvPr id="140" name="Google Shape;90;p13"/>
          <p:cNvSpPr txBox="1"/>
          <p:nvPr/>
        </p:nvSpPr>
        <p:spPr>
          <a:xfrm>
            <a:off x="6525920" y="2513339"/>
            <a:ext cx="5422851" cy="202056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56">
                <a:solidFill>
                  <a:srgbClr val="17365D"/>
                </a:solidFill>
                <a:latin typeface="Cambria"/>
                <a:ea typeface="Cambria"/>
                <a:cs typeface="Cambria"/>
                <a:sym typeface="Cambria"/>
              </a:defRPr>
            </a:pPr>
            <a:r>
              <a:t>Under the Supervision of,</a:t>
            </a:r>
          </a:p>
          <a:p>
            <a:pPr algn="ctr" defTabSz="841247">
              <a:spcBef>
                <a:spcPts val="300"/>
              </a:spcBef>
              <a:defRPr sz="1840">
                <a:solidFill>
                  <a:srgbClr val="17365D"/>
                </a:solidFill>
                <a:latin typeface="Cambria"/>
                <a:ea typeface="Cambria"/>
                <a:cs typeface="Cambria"/>
                <a:sym typeface="Cambria"/>
              </a:defRPr>
            </a:pPr>
          </a:p>
          <a:p>
            <a:pPr defTabSz="841247">
              <a:spcBef>
                <a:spcPts val="200"/>
              </a:spcBef>
              <a:defRPr sz="1564">
                <a:solidFill>
                  <a:srgbClr val="17365D"/>
                </a:solidFill>
                <a:latin typeface="Cambria"/>
                <a:ea typeface="Cambria"/>
                <a:cs typeface="Cambria"/>
                <a:sym typeface="Cambria"/>
              </a:defRPr>
            </a:pPr>
            <a:r>
              <a:t>Dr./Mr./Ms./Prof.</a:t>
            </a:r>
          </a:p>
          <a:p>
            <a:pPr defTabSz="841247">
              <a:spcBef>
                <a:spcPts val="200"/>
              </a:spcBef>
              <a:defRPr sz="1564">
                <a:solidFill>
                  <a:srgbClr val="17365D"/>
                </a:solidFill>
                <a:latin typeface="Cambria"/>
                <a:ea typeface="Cambria"/>
                <a:cs typeface="Cambria"/>
                <a:sym typeface="Cambria"/>
              </a:defRPr>
            </a:pPr>
            <a:r>
              <a:t>Professor / Associate Professor / Assistant Professor</a:t>
            </a:r>
          </a:p>
          <a:p>
            <a:pPr defTabSz="841247">
              <a:spcBef>
                <a:spcPts val="200"/>
              </a:spcBef>
              <a:defRPr sz="1564">
                <a:solidFill>
                  <a:srgbClr val="17365D"/>
                </a:solidFill>
                <a:latin typeface="Cambria"/>
                <a:ea typeface="Cambria"/>
                <a:cs typeface="Cambria"/>
                <a:sym typeface="Cambria"/>
              </a:defRPr>
            </a:pPr>
            <a:r>
              <a:t>School of Computer Science and Engineering</a:t>
            </a:r>
          </a:p>
          <a:p>
            <a:pPr defTabSz="841247">
              <a:spcBef>
                <a:spcPts val="200"/>
              </a:spcBef>
              <a:defRPr sz="1564">
                <a:solidFill>
                  <a:srgbClr val="17365D"/>
                </a:solidFill>
                <a:latin typeface="Cambria"/>
                <a:ea typeface="Cambria"/>
                <a:cs typeface="Cambria"/>
                <a:sym typeface="Cambria"/>
              </a:defRPr>
            </a:pPr>
            <a:r>
              <a:t>Presidency University</a:t>
            </a:r>
          </a:p>
        </p:txBody>
      </p:sp>
      <p:graphicFrame>
        <p:nvGraphicFramePr>
          <p:cNvPr id="141" name="Google Shape;89;p13"/>
          <p:cNvGraphicFramePr/>
          <p:nvPr/>
        </p:nvGraphicFramePr>
        <p:xfrm>
          <a:off x="553348" y="2452254"/>
          <a:ext cx="5822514" cy="356148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40390"/>
                <a:gridCol w="3582124"/>
              </a:tblGrid>
              <a:tr h="395724">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1582864">
                <a:tc>
                  <a:txBody>
                    <a:bodyPr/>
                    <a:lstStyle/>
                    <a:p>
                      <a:pPr algn="ctr">
                        <a:defRPr sz="1800">
                          <a:sym typeface="Arial"/>
                        </a:defRPr>
                      </a:pPr>
                      <a:r>
                        <a:t>20221CAI0037</a:t>
                      </a:r>
                    </a:p>
                    <a:p>
                      <a:pPr algn="ctr">
                        <a:defRPr sz="1800">
                          <a:sym typeface="Arial"/>
                        </a:defRPr>
                      </a:pPr>
                    </a:p>
                    <a:p>
                      <a:pPr algn="ctr">
                        <a:defRPr sz="1800">
                          <a:sym typeface="Arial"/>
                        </a:defRPr>
                      </a:pPr>
                      <a:r>
                        <a:t>20221CAI0048</a:t>
                      </a:r>
                    </a:p>
                    <a:p>
                      <a:pPr algn="ctr">
                        <a:defRPr sz="1800">
                          <a:sym typeface="Arial"/>
                        </a:defRPr>
                      </a:pPr>
                    </a:p>
                    <a:p>
                      <a:pPr algn="ctr">
                        <a:defRPr sz="1800">
                          <a:sym typeface="Arial"/>
                        </a:defRPr>
                      </a:pPr>
                      <a:r>
                        <a:t>20221CAI0008</a:t>
                      </a:r>
                    </a:p>
                  </a:txBody>
                  <a:tcPr marL="45725" marR="45725" marT="45725" marB="45725" anchor="ctr" anchorCtr="0" horzOverflow="overflow"/>
                </a:tc>
                <a:tc>
                  <a:txBody>
                    <a:bodyPr/>
                    <a:lstStyle/>
                    <a:p>
                      <a:pPr algn="ctr">
                        <a:defRPr sz="1800">
                          <a:sym typeface="Arial"/>
                        </a:defRPr>
                      </a:pPr>
                      <a:r>
                        <a:t>Armaan Khan</a:t>
                      </a:r>
                    </a:p>
                    <a:p>
                      <a:pPr algn="ctr">
                        <a:defRPr sz="1800">
                          <a:sym typeface="Arial"/>
                        </a:defRPr>
                      </a:pPr>
                    </a:p>
                    <a:p>
                      <a:pPr algn="ctr">
                        <a:defRPr sz="1800">
                          <a:sym typeface="Arial"/>
                        </a:defRPr>
                      </a:pPr>
                      <a:r>
                        <a:t>Syed Basim</a:t>
                      </a:r>
                    </a:p>
                    <a:p>
                      <a:pPr algn="ctr">
                        <a:defRPr sz="1800">
                          <a:sym typeface="Arial"/>
                        </a:defRPr>
                      </a:pPr>
                    </a:p>
                    <a:p>
                      <a:pPr algn="ctr">
                        <a:defRPr sz="1800">
                          <a:latin typeface="Bookman Old Style"/>
                          <a:ea typeface="Bookman Old Style"/>
                          <a:cs typeface="Bookman Old Style"/>
                          <a:sym typeface="Bookman Old Style"/>
                        </a:defRPr>
                      </a:pPr>
                      <a:r>
                        <a:t>Shaik Mahammed Saif</a:t>
                      </a:r>
                      <a:r>
                        <a:rPr sz="1400"/>
                        <a:t>	</a:t>
                      </a:r>
                      <a:endParaRPr sz="1400"/>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bl>
          </a:graphicData>
        </a:graphic>
      </p:graphicFrame>
      <p:sp>
        <p:nvSpPr>
          <p:cNvPr id="142" name="Google Shape;91;p13"/>
          <p:cNvSpPr txBox="1"/>
          <p:nvPr/>
        </p:nvSpPr>
        <p:spPr>
          <a:xfrm>
            <a:off x="2877949" y="136440"/>
            <a:ext cx="5407525" cy="6629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solidFill>
                  <a:srgbClr val="17365D"/>
                </a:solidFill>
                <a:latin typeface="Cambria"/>
                <a:ea typeface="Cambria"/>
                <a:cs typeface="Cambria"/>
                <a:sym typeface="Cambria"/>
              </a:defRPr>
            </a:pPr>
            <a:r>
              <a:t>CSE7101- Capstone Project</a:t>
            </a:r>
          </a:p>
          <a:p>
            <a:pPr algn="ctr">
              <a:spcBef>
                <a:spcPts val="300"/>
              </a:spcBef>
              <a:defRPr sz="1800">
                <a:solidFill>
                  <a:srgbClr val="17365D"/>
                </a:solidFill>
                <a:latin typeface="Cambria"/>
                <a:ea typeface="Cambria"/>
                <a:cs typeface="Cambria"/>
                <a:sym typeface="Cambria"/>
              </a:defRPr>
            </a:pPr>
            <a:r>
              <a:t>Review-4</a:t>
            </a:r>
          </a:p>
        </p:txBody>
      </p:sp>
      <p:sp>
        <p:nvSpPr>
          <p:cNvPr id="143" name="Google Shape;91;p13"/>
          <p:cNvSpPr txBox="1"/>
          <p:nvPr/>
        </p:nvSpPr>
        <p:spPr>
          <a:xfrm>
            <a:off x="45724" y="4533900"/>
            <a:ext cx="12158467" cy="118063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latin typeface="+mj-lt"/>
                <a:ea typeface="+mj-ea"/>
                <a:cs typeface="+mj-cs"/>
                <a:sym typeface="Arial"/>
              </a:rPr>
              <a:t>CAI-Computer Science &amp; Engineering (Artificial Intelligence &amp; Machine Learning) </a:t>
            </a:r>
            <a:endParaRPr>
              <a:solidFill>
                <a:srgbClr val="000000"/>
              </a:solidFill>
              <a:latin typeface="+mj-lt"/>
              <a:ea typeface="+mj-ea"/>
              <a:cs typeface="+mj-cs"/>
              <a:sym typeface="Arial"/>
            </a:endParaRPr>
          </a:p>
          <a:p>
            <a:pPr>
              <a:defRPr sz="1800">
                <a:solidFill>
                  <a:schemeClr val="accent1"/>
                </a:solidFill>
                <a:latin typeface="Cambria"/>
                <a:ea typeface="Cambria"/>
                <a:cs typeface="Cambria"/>
                <a:sym typeface="Cambria"/>
              </a:defRPr>
            </a:pPr>
            <a:r>
              <a:t>Name of the HoD: </a:t>
            </a:r>
            <a:r>
              <a:rPr>
                <a:solidFill>
                  <a:srgbClr val="000000"/>
                </a:solidFill>
                <a:latin typeface="+mj-lt"/>
                <a:ea typeface="+mj-ea"/>
                <a:cs typeface="+mj-cs"/>
                <a:sym typeface="Arial"/>
              </a:rPr>
              <a:t>Dr. Zafar Ali Khan N</a:t>
            </a:r>
            <a:endParaRPr>
              <a:solidFill>
                <a:srgbClr val="000000"/>
              </a:solidFill>
              <a:latin typeface="+mj-lt"/>
              <a:ea typeface="+mj-ea"/>
              <a:cs typeface="+mj-cs"/>
              <a:sym typeface="Arial"/>
            </a:endParaRPr>
          </a:p>
          <a:p>
            <a:pPr>
              <a:defRPr sz="1800">
                <a:solidFill>
                  <a:schemeClr val="accent1"/>
                </a:solidFill>
                <a:latin typeface="Cambria"/>
                <a:ea typeface="Cambria"/>
                <a:cs typeface="Cambria"/>
                <a:sym typeface="Cambria"/>
              </a:defRPr>
            </a:pPr>
            <a:r>
              <a:t>Name of the Program Project Coordinator: </a:t>
            </a:r>
            <a:r>
              <a:rPr>
                <a:solidFill>
                  <a:srgbClr val="000000"/>
                </a:solidFill>
                <a:latin typeface="+mj-lt"/>
                <a:ea typeface="+mj-ea"/>
                <a:cs typeface="+mj-cs"/>
                <a:sym typeface="Arial"/>
              </a:rPr>
              <a:t>Ms. Suma N G</a:t>
            </a:r>
            <a:endParaRPr>
              <a:solidFill>
                <a:srgbClr val="000000"/>
              </a:solidFill>
              <a:latin typeface="+mj-lt"/>
              <a:ea typeface="+mj-ea"/>
              <a:cs typeface="+mj-cs"/>
              <a:sym typeface="Arial"/>
            </a:endParaRP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itle 1"/>
          <p:cNvSpPr txBox="1"/>
          <p:nvPr>
            <p:ph type="title"/>
          </p:nvPr>
        </p:nvSpPr>
        <p:spPr>
          <a:xfrm>
            <a:off x="812800" y="274638"/>
            <a:ext cx="10668000" cy="487501"/>
          </a:xfrm>
          <a:prstGeom prst="rect">
            <a:avLst/>
          </a:prstGeom>
        </p:spPr>
        <p:txBody>
          <a:bodyPr/>
          <a:lstStyle>
            <a:lvl1pPr defTabSz="850391">
              <a:defRPr sz="2604"/>
            </a:lvl1pPr>
          </a:lstStyle>
          <a:p>
            <a:pPr/>
            <a:r>
              <a:t>Analysis and Design</a:t>
            </a:r>
          </a:p>
        </p:txBody>
      </p:sp>
      <p:sp>
        <p:nvSpPr>
          <p:cNvPr id="146" name="Text Placeholder 2"/>
          <p:cNvSpPr txBox="1"/>
          <p:nvPr>
            <p:ph type="body" idx="1"/>
          </p:nvPr>
        </p:nvSpPr>
        <p:spPr>
          <a:prstGeom prst="rect">
            <a:avLst/>
          </a:prstGeom>
        </p:spPr>
        <p:txBody>
          <a:bodyPr/>
          <a:lstStyle/>
          <a:p>
            <a:pPr marL="0" indent="76200">
              <a:lnSpc>
                <a:spcPct val="90000"/>
              </a:lnSpc>
              <a:buSzTx/>
              <a:buNone/>
              <a:defRPr b="1" sz="2200"/>
            </a:pPr>
            <a:r>
              <a:t>Introduction</a:t>
            </a:r>
          </a:p>
          <a:p>
            <a:pPr marL="0" indent="76200">
              <a:lnSpc>
                <a:spcPct val="90000"/>
              </a:lnSpc>
              <a:buSzTx/>
              <a:buNone/>
              <a:defRPr sz="2200"/>
            </a:pPr>
            <a:r>
              <a:t>Analysis and Design stage brings in the structural and functional outline of the artificial intelligence-based dermatology diagnosis system. The step is aimed at getting familiar with the problem space, determining the requirements of the system and defining a modular architecture that would aid in analysing the images, processing metadata, explainability and interaction with users. The ultimate objective involves the development of a robust and scalable system that has a high accuracy in classifying skin lesions and does not suffer in usability, reliability, and clinical relevance. Its design incorporates many elements, among them, preprocessing pipelines, machine learning modules, fusion layers, explainability mechanisms, and a web-based interface. A methodical process will guarantee that every module has significant input to the general procedure of work, and the system will be efficient and give precise and operable forecast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Title 1"/>
          <p:cNvSpPr txBox="1"/>
          <p:nvPr>
            <p:ph type="title"/>
          </p:nvPr>
        </p:nvSpPr>
        <p:spPr>
          <a:xfrm>
            <a:off x="812800" y="274638"/>
            <a:ext cx="10668000" cy="487501"/>
          </a:xfrm>
          <a:prstGeom prst="rect">
            <a:avLst/>
          </a:prstGeom>
        </p:spPr>
        <p:txBody>
          <a:bodyPr/>
          <a:lstStyle>
            <a:lvl1pPr defTabSz="850391">
              <a:defRPr sz="2604"/>
            </a:lvl1pPr>
          </a:lstStyle>
          <a:p>
            <a:pPr/>
            <a:r>
              <a:t>System Analysis </a:t>
            </a:r>
          </a:p>
        </p:txBody>
      </p:sp>
      <p:sp>
        <p:nvSpPr>
          <p:cNvPr id="149" name="Text Placeholder 2"/>
          <p:cNvSpPr txBox="1"/>
          <p:nvPr>
            <p:ph type="body" idx="1"/>
          </p:nvPr>
        </p:nvSpPr>
        <p:spPr>
          <a:prstGeom prst="rect">
            <a:avLst/>
          </a:prstGeom>
        </p:spPr>
        <p:txBody>
          <a:bodyPr/>
          <a:lstStyle/>
          <a:p>
            <a:pPr/>
            <a:r>
              <a:t>System analysis assists to decompose the problem into manageable parts and it also indicates what the system should accomplish. The conventional method of dermatological diagnosis presupposes the professional evaluation of the dermatologist, yet the insufficiency of the dermatology supply poses a significant disparity in the diagnosis at an early stage. Therefore, the system must: Give AI-based preliminary skin lesion classification. Image + metadata Support Multimodal input (image + metadata). Provide timely and precise predictions. Provide visual explanations of offers. Be consistent in a variety of image conditions. Work within resource limitations that are deployable.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Title 1"/>
          <p:cNvSpPr txBox="1"/>
          <p:nvPr>
            <p:ph type="title"/>
          </p:nvPr>
        </p:nvSpPr>
        <p:spPr>
          <a:xfrm>
            <a:off x="812800" y="274638"/>
            <a:ext cx="10668000" cy="487501"/>
          </a:xfrm>
          <a:prstGeom prst="rect">
            <a:avLst/>
          </a:prstGeom>
        </p:spPr>
        <p:txBody>
          <a:bodyPr/>
          <a:lstStyle>
            <a:lvl1pPr defTabSz="850391">
              <a:defRPr sz="2604"/>
            </a:lvl1pPr>
          </a:lstStyle>
          <a:p>
            <a:pPr/>
            <a:r>
              <a:t>Functional Requirements </a:t>
            </a:r>
          </a:p>
        </p:txBody>
      </p:sp>
      <p:sp>
        <p:nvSpPr>
          <p:cNvPr id="152" name="Text Placeholder 2"/>
          <p:cNvSpPr txBox="1"/>
          <p:nvPr>
            <p:ph type="body" idx="1"/>
          </p:nvPr>
        </p:nvSpPr>
        <p:spPr>
          <a:prstGeom prst="rect">
            <a:avLst/>
          </a:prstGeom>
        </p:spPr>
        <p:txBody>
          <a:bodyPr/>
          <a:lstStyle/>
          <a:p>
            <a:pPr/>
            <a:r>
              <a:t>Functional requirements are statements of how the system is supposed to behave. Image Input Handling The user should be able to post dermoscopic images of supported formats (JPEG/PNG). Image quality verification should come before processing in the system. Metadata Collection Tolerate patient information such as age, sex and location of lesion. Model metadata and encode so that they can be processed by models. Preprocessing and Augmentation Preprocessing and Augmentation Preprocessing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4" name="Picture 4" descr="Picture 4"/>
          <p:cNvPicPr>
            <a:picLocks noChangeAspect="1"/>
          </p:cNvPicPr>
          <p:nvPr/>
        </p:nvPicPr>
        <p:blipFill>
          <a:blip r:embed="rId2">
            <a:extLst/>
          </a:blip>
          <a:stretch>
            <a:fillRect/>
          </a:stretch>
        </p:blipFill>
        <p:spPr>
          <a:xfrm>
            <a:off x="4082810" y="1441315"/>
            <a:ext cx="3893306" cy="3935472"/>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