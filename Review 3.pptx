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b="def" i="def"/>
      <a:tcStyle>
        <a:tcBdr/>
        <a:fill>
          <a:solidFill>
            <a:srgbClr val="FFFFFF"/>
          </a:solidFill>
        </a:fill>
      </a:tcStyle>
    </a:band2H>
    <a:firstCol>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5" name="Shape 135"/>
          <p:cNvSpPr/>
          <p:nvPr>
            <p:ph type="sldImg"/>
          </p:nvPr>
        </p:nvSpPr>
        <p:spPr>
          <a:xfrm>
            <a:off x="1143000" y="685800"/>
            <a:ext cx="4572000" cy="3429000"/>
          </a:xfrm>
          <a:prstGeom prst="rect">
            <a:avLst/>
          </a:prstGeom>
        </p:spPr>
        <p:txBody>
          <a:bodyPr/>
          <a:lstStyle/>
          <a:p>
            <a:pPr/>
          </a:p>
        </p:txBody>
      </p:sp>
      <p:sp>
        <p:nvSpPr>
          <p:cNvPr id="136" name="Shape 13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13"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4"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5" name="Title Text"/>
          <p:cNvSpPr txBox="1"/>
          <p:nvPr>
            <p:ph type="title"/>
          </p:nvPr>
        </p:nvSpPr>
        <p:spPr>
          <a:xfrm>
            <a:off x="1050877" y="1322386"/>
            <a:ext cx="10363201" cy="1470001"/>
          </a:xfrm>
          <a:prstGeom prst="rect">
            <a:avLst/>
          </a:prstGeom>
        </p:spPr>
        <p:txBody>
          <a:bodyPr/>
          <a:lstStyle/>
          <a:p>
            <a:pPr/>
            <a:r>
              <a:t>Title Text</a:t>
            </a:r>
          </a:p>
        </p:txBody>
      </p:sp>
      <p:sp>
        <p:nvSpPr>
          <p:cNvPr id="16" name="Body Level One…"/>
          <p:cNvSpPr txBox="1"/>
          <p:nvPr>
            <p:ph type="body" sz="quarter" idx="1"/>
          </p:nvPr>
        </p:nvSpPr>
        <p:spPr>
          <a:xfrm>
            <a:off x="2032000" y="3326641"/>
            <a:ext cx="8534400" cy="1752601"/>
          </a:xfrm>
          <a:prstGeom prst="rect">
            <a:avLst/>
          </a:prstGeom>
        </p:spPr>
        <p:txBody>
          <a:bodyPr/>
          <a:lstStyle>
            <a:lvl1pPr marL="381000" indent="-304800" algn="ctr">
              <a:buClrTx/>
              <a:buSzTx/>
              <a:buFontTx/>
              <a:buNone/>
              <a:defRPr b="1" sz="2000">
                <a:solidFill>
                  <a:srgbClr val="17365D"/>
                </a:solidFill>
              </a:defRPr>
            </a:lvl1pPr>
            <a:lvl2pPr marL="381000" indent="177800" algn="ctr">
              <a:buClrTx/>
              <a:buSzTx/>
              <a:buFontTx/>
              <a:buNone/>
              <a:defRPr b="1" sz="2000">
                <a:solidFill>
                  <a:srgbClr val="17365D"/>
                </a:solidFill>
              </a:defRPr>
            </a:lvl2pPr>
            <a:lvl3pPr marL="381000" indent="647700" algn="ctr">
              <a:buClrTx/>
              <a:buSzTx/>
              <a:buFontTx/>
              <a:buNone/>
              <a:defRPr b="1" sz="2000">
                <a:solidFill>
                  <a:srgbClr val="17365D"/>
                </a:solidFill>
              </a:defRPr>
            </a:lvl3pPr>
            <a:lvl4pPr marL="381000" indent="1117600" algn="ctr">
              <a:buClrTx/>
              <a:buSzTx/>
              <a:buFontTx/>
              <a:buNone/>
              <a:defRPr b="1" sz="2000">
                <a:solidFill>
                  <a:srgbClr val="17365D"/>
                </a:solidFill>
              </a:defRPr>
            </a:lvl4pPr>
            <a:lvl5pPr marL="381000" indent="1574800" algn="ctr">
              <a:buClrTx/>
              <a:buSzTx/>
              <a:buFontTx/>
              <a:buNone/>
              <a:defRPr b="1" sz="2000">
                <a:solidFill>
                  <a:srgbClr val="17365D"/>
                </a:solidFill>
              </a:defRPr>
            </a:lvl5pPr>
          </a:lstStyle>
          <a:p>
            <a:pPr/>
            <a:r>
              <a:t>Body Level One</a:t>
            </a:r>
          </a:p>
          <a:p>
            <a:pPr lvl="1"/>
            <a:r>
              <a:t>Body Level Two</a:t>
            </a:r>
          </a:p>
          <a:p>
            <a:pPr lvl="2"/>
            <a:r>
              <a:t>Body Level Three</a:t>
            </a:r>
          </a:p>
          <a:p>
            <a:pPr lvl="3"/>
            <a:r>
              <a:t>Body Level Four</a:t>
            </a:r>
          </a:p>
          <a:p>
            <a:pPr lvl="4"/>
            <a:r>
              <a:t>Body Level Five</a:t>
            </a:r>
          </a:p>
        </p:txBody>
      </p:sp>
      <p:sp>
        <p:nvSpPr>
          <p:cNvPr id="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24" name="Title Text"/>
          <p:cNvSpPr txBox="1"/>
          <p:nvPr>
            <p:ph type="title"/>
          </p:nvPr>
        </p:nvSpPr>
        <p:spPr>
          <a:prstGeom prst="rect">
            <a:avLst/>
          </a:prstGeom>
        </p:spPr>
        <p:txBody>
          <a:bodyPr/>
          <a:lstStyle/>
          <a:p>
            <a:pPr/>
            <a:r>
              <a:t>Title Text</a:t>
            </a:r>
          </a:p>
        </p:txBody>
      </p:sp>
      <p:sp>
        <p:nvSpPr>
          <p:cNvPr id="25"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34"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35" name="Title Text"/>
          <p:cNvSpPr txBox="1"/>
          <p:nvPr>
            <p:ph type="title"/>
          </p:nvPr>
        </p:nvSpPr>
        <p:spPr>
          <a:xfrm>
            <a:off x="963084" y="4406903"/>
            <a:ext cx="10363201" cy="1362001"/>
          </a:xfrm>
          <a:prstGeom prst="rect">
            <a:avLst/>
          </a:prstGeom>
        </p:spPr>
        <p:txBody>
          <a:bodyPr anchor="t"/>
          <a:lstStyle>
            <a:lvl1pPr>
              <a:defRPr sz="4000">
                <a:solidFill>
                  <a:srgbClr val="FF0000"/>
                </a:solidFill>
              </a:defRPr>
            </a:lvl1pPr>
          </a:lstStyle>
          <a:p>
            <a:pPr/>
            <a:r>
              <a:t>Title Text</a:t>
            </a:r>
          </a:p>
        </p:txBody>
      </p:sp>
      <p:sp>
        <p:nvSpPr>
          <p:cNvPr id="36" name="Body Level One…"/>
          <p:cNvSpPr txBox="1"/>
          <p:nvPr>
            <p:ph type="body" sz="quarter" idx="1"/>
          </p:nvPr>
        </p:nvSpPr>
        <p:spPr>
          <a:xfrm>
            <a:off x="963084" y="2906713"/>
            <a:ext cx="10363201" cy="1500301"/>
          </a:xfrm>
          <a:prstGeom prst="rect">
            <a:avLst/>
          </a:prstGeom>
        </p:spPr>
        <p:txBody>
          <a:bodyPr anchor="b"/>
          <a:lstStyle>
            <a:lvl1pPr marL="228600" indent="0">
              <a:buClrTx/>
              <a:buSzTx/>
              <a:buFontTx/>
              <a:buNone/>
              <a:defRPr sz="2000">
                <a:solidFill>
                  <a:srgbClr val="888888"/>
                </a:solidFill>
              </a:defRPr>
            </a:lvl1pPr>
            <a:lvl2pPr marL="228600" indent="457200">
              <a:buClrTx/>
              <a:buSzTx/>
              <a:buFontTx/>
              <a:buNone/>
              <a:defRPr sz="2000">
                <a:solidFill>
                  <a:srgbClr val="888888"/>
                </a:solidFill>
              </a:defRPr>
            </a:lvl2pPr>
            <a:lvl3pPr marL="228600" indent="914400">
              <a:buClrTx/>
              <a:buSzTx/>
              <a:buFontTx/>
              <a:buNone/>
              <a:defRPr sz="2000">
                <a:solidFill>
                  <a:srgbClr val="888888"/>
                </a:solidFill>
              </a:defRPr>
            </a:lvl3pPr>
            <a:lvl4pPr marL="228600" indent="1371600">
              <a:buClrTx/>
              <a:buSzTx/>
              <a:buFontTx/>
              <a:buNone/>
              <a:defRPr sz="2000">
                <a:solidFill>
                  <a:srgbClr val="888888"/>
                </a:solidFill>
              </a:defRPr>
            </a:lvl4pPr>
            <a:lvl5pPr marL="228600" indent="1828800">
              <a:buClrTx/>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45"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4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47" name="Body Level One…"/>
          <p:cNvSpPr txBox="1"/>
          <p:nvPr>
            <p:ph type="body" sz="half" idx="1"/>
          </p:nvPr>
        </p:nvSpPr>
        <p:spPr>
          <a:xfrm>
            <a:off x="609600" y="1600203"/>
            <a:ext cx="5384701"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pPr/>
            <a:r>
              <a:t>Body Level One</a:t>
            </a:r>
          </a:p>
          <a:p>
            <a:pPr lvl="1"/>
            <a:r>
              <a:t>Body Level Two</a:t>
            </a:r>
          </a:p>
          <a:p>
            <a:pPr lvl="2"/>
            <a:r>
              <a:t>Body Level Three</a:t>
            </a:r>
          </a:p>
          <a:p>
            <a:pPr lvl="3"/>
            <a:r>
              <a:t>Body Level Four</a:t>
            </a:r>
          </a:p>
          <a:p>
            <a:pPr lvl="4"/>
            <a:r>
              <a:t>Body Level Five</a:t>
            </a:r>
          </a:p>
        </p:txBody>
      </p:sp>
      <p:sp>
        <p:nvSpPr>
          <p:cNvPr id="48" name="Google Shape;34;p5"/>
          <p:cNvSpPr txBox="1"/>
          <p:nvPr>
            <p:ph type="body" sz="half" idx="21"/>
          </p:nvPr>
        </p:nvSpPr>
        <p:spPr>
          <a:xfrm>
            <a:off x="6197599" y="1600202"/>
            <a:ext cx="5384702" cy="4526102"/>
          </a:xfrm>
          <a:prstGeom prst="rect">
            <a:avLst/>
          </a:prstGeom>
        </p:spPr>
        <p:txBody>
          <a:bodyPr/>
          <a:lstStyle/>
          <a:p>
            <a:pPr indent="-406400">
              <a:spcBef>
                <a:spcPts val="500"/>
              </a:spcBef>
              <a:buSzPts val="2800"/>
              <a:defRPr sz="2800"/>
            </a:pP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57"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58" name="Title Text"/>
          <p:cNvSpPr txBox="1"/>
          <p:nvPr>
            <p:ph type="title"/>
          </p:nvPr>
        </p:nvSpPr>
        <p:spPr>
          <a:xfrm>
            <a:off x="859367" y="304800"/>
            <a:ext cx="10668001" cy="487500"/>
          </a:xfrm>
          <a:prstGeom prst="rect">
            <a:avLst/>
          </a:prstGeom>
        </p:spPr>
        <p:txBody>
          <a:bodyPr/>
          <a:lstStyle>
            <a:lvl1pPr>
              <a:defRPr>
                <a:solidFill>
                  <a:srgbClr val="FF0000"/>
                </a:solidFill>
              </a:defRPr>
            </a:lvl1pPr>
          </a:lstStyle>
          <a:p>
            <a:pPr/>
            <a:r>
              <a:t>Title Text</a:t>
            </a:r>
          </a:p>
        </p:txBody>
      </p:sp>
      <p:sp>
        <p:nvSpPr>
          <p:cNvPr id="59" name="Body Level One…"/>
          <p:cNvSpPr txBox="1"/>
          <p:nvPr>
            <p:ph type="body" sz="quarter" idx="1"/>
          </p:nvPr>
        </p:nvSpPr>
        <p:spPr>
          <a:xfrm>
            <a:off x="609600" y="1535112"/>
            <a:ext cx="5386800" cy="639901"/>
          </a:xfrm>
          <a:prstGeom prst="rect">
            <a:avLst/>
          </a:prstGeom>
        </p:spPr>
        <p:txBody>
          <a:bodyPr anchor="b"/>
          <a:lstStyle>
            <a:lvl1pPr marL="228600" indent="0">
              <a:buClrTx/>
              <a:buSzTx/>
              <a:buFontTx/>
              <a:buNone/>
              <a:defRPr b="1"/>
            </a:lvl1pPr>
            <a:lvl2pPr marL="228600" indent="457200">
              <a:buClrTx/>
              <a:buSzTx/>
              <a:buFontTx/>
              <a:buNone/>
              <a:defRPr b="1"/>
            </a:lvl2pPr>
            <a:lvl3pPr marL="228600" indent="914400">
              <a:buClrTx/>
              <a:buSzTx/>
              <a:buFontTx/>
              <a:buNone/>
              <a:defRPr b="1"/>
            </a:lvl3pPr>
            <a:lvl4pPr marL="228600" indent="1371600">
              <a:buClrTx/>
              <a:buSzTx/>
              <a:buFontTx/>
              <a:buNone/>
              <a:defRPr b="1"/>
            </a:lvl4pPr>
            <a:lvl5pPr marL="228600" indent="1828800">
              <a:buClrTx/>
              <a:buSzTx/>
              <a:buFontTx/>
              <a:buNone/>
              <a:defRPr b="1"/>
            </a:lvl5pPr>
          </a:lstStyle>
          <a:p>
            <a:pPr/>
            <a:r>
              <a:t>Body Level One</a:t>
            </a:r>
          </a:p>
          <a:p>
            <a:pPr lvl="1"/>
            <a:r>
              <a:t>Body Level Two</a:t>
            </a:r>
          </a:p>
          <a:p>
            <a:pPr lvl="2"/>
            <a:r>
              <a:t>Body Level Three</a:t>
            </a:r>
          </a:p>
          <a:p>
            <a:pPr lvl="3"/>
            <a:r>
              <a:t>Body Level Four</a:t>
            </a:r>
          </a:p>
          <a:p>
            <a:pPr lvl="4"/>
            <a:r>
              <a:t>Body Level Five</a:t>
            </a:r>
          </a:p>
        </p:txBody>
      </p:sp>
      <p:sp>
        <p:nvSpPr>
          <p:cNvPr id="60" name="Google Shape;41;p6"/>
          <p:cNvSpPr txBox="1"/>
          <p:nvPr>
            <p:ph type="body" sz="half" idx="21"/>
          </p:nvPr>
        </p:nvSpPr>
        <p:spPr>
          <a:xfrm>
            <a:off x="609599" y="2174875"/>
            <a:ext cx="5386802" cy="3951300"/>
          </a:xfrm>
          <a:prstGeom prst="rect">
            <a:avLst/>
          </a:prstGeom>
        </p:spPr>
        <p:txBody>
          <a:bodyPr/>
          <a:lstStyle/>
          <a:p>
            <a:pPr/>
          </a:p>
        </p:txBody>
      </p:sp>
      <p:sp>
        <p:nvSpPr>
          <p:cNvPr id="61" name="Google Shape;42;p6"/>
          <p:cNvSpPr txBox="1"/>
          <p:nvPr>
            <p:ph type="body" sz="quarter" idx="22"/>
          </p:nvPr>
        </p:nvSpPr>
        <p:spPr>
          <a:xfrm>
            <a:off x="6193368" y="1535112"/>
            <a:ext cx="5388901" cy="639901"/>
          </a:xfrm>
          <a:prstGeom prst="rect">
            <a:avLst/>
          </a:prstGeom>
        </p:spPr>
        <p:txBody>
          <a:bodyPr anchor="b"/>
          <a:lstStyle/>
          <a:p>
            <a:pPr marL="228600" indent="0">
              <a:buClrTx/>
              <a:buSzTx/>
              <a:buFontTx/>
              <a:buNone/>
              <a:defRPr b="1"/>
            </a:pPr>
          </a:p>
        </p:txBody>
      </p:sp>
      <p:sp>
        <p:nvSpPr>
          <p:cNvPr id="62" name="Google Shape;43;p6"/>
          <p:cNvSpPr txBox="1"/>
          <p:nvPr>
            <p:ph type="body" sz="half" idx="23"/>
          </p:nvPr>
        </p:nvSpPr>
        <p:spPr>
          <a:xfrm>
            <a:off x="6193368" y="2174875"/>
            <a:ext cx="5388901" cy="3951300"/>
          </a:xfrm>
          <a:prstGeom prst="rect">
            <a:avLst/>
          </a:prstGeom>
        </p:spPr>
        <p:txBody>
          <a:bodyPr/>
          <a:lstStyle/>
          <a:p>
            <a:pP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71"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72" name="Title Text"/>
          <p:cNvSpPr txBox="1"/>
          <p:nvPr>
            <p:ph type="title"/>
          </p:nvPr>
        </p:nvSpPr>
        <p:spPr>
          <a:xfrm>
            <a:off x="3860800" y="274638"/>
            <a:ext cx="7721700" cy="487501"/>
          </a:xfrm>
          <a:prstGeom prst="rect">
            <a:avLst/>
          </a:prstGeom>
        </p:spPr>
        <p:txBody>
          <a:bodyPr/>
          <a:lstStyle>
            <a:lvl1pPr>
              <a:defRPr>
                <a:solidFill>
                  <a:srgbClr val="FF0000"/>
                </a:solidFill>
              </a:defRPr>
            </a:lvl1pPr>
          </a:lstStyle>
          <a:p>
            <a:pPr/>
            <a:r>
              <a:t>Title Text</a:t>
            </a:r>
          </a:p>
        </p:txBody>
      </p:sp>
      <p:pic>
        <p:nvPicPr>
          <p:cNvPr id="73" name="Google Shape;52;p7" descr="Google Shape;52;p7"/>
          <p:cNvPicPr>
            <a:picLocks noChangeAspect="1"/>
          </p:cNvPicPr>
          <p:nvPr/>
        </p:nvPicPr>
        <p:blipFill>
          <a:blip r:embed="rId3">
            <a:extLst/>
          </a:blip>
          <a:stretch>
            <a:fillRect/>
          </a:stretch>
        </p:blipFill>
        <p:spPr>
          <a:xfrm>
            <a:off x="2505208" y="139873"/>
            <a:ext cx="9686795" cy="698327"/>
          </a:xfrm>
          <a:prstGeom prst="rect">
            <a:avLst/>
          </a:prstGeom>
          <a:ln w="12700">
            <a:miter lim="400000"/>
          </a:ln>
        </p:spPr>
      </p:pic>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81"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82"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91"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92" name="Title Text"/>
          <p:cNvSpPr txBox="1"/>
          <p:nvPr>
            <p:ph type="title"/>
          </p:nvPr>
        </p:nvSpPr>
        <p:spPr>
          <a:xfrm>
            <a:off x="609601" y="273050"/>
            <a:ext cx="4011002" cy="1162200"/>
          </a:xfrm>
          <a:prstGeom prst="rect">
            <a:avLst/>
          </a:prstGeom>
        </p:spPr>
        <p:txBody>
          <a:bodyPr anchor="b"/>
          <a:lstStyle>
            <a:lvl1pPr>
              <a:defRPr sz="2000">
                <a:solidFill>
                  <a:srgbClr val="FF0000"/>
                </a:solidFill>
              </a:defRPr>
            </a:lvl1pPr>
          </a:lstStyle>
          <a:p>
            <a:pPr/>
            <a:r>
              <a:t>Title Text</a:t>
            </a:r>
          </a:p>
        </p:txBody>
      </p:sp>
      <p:sp>
        <p:nvSpPr>
          <p:cNvPr id="93" name="Body Level One…"/>
          <p:cNvSpPr txBox="1"/>
          <p:nvPr>
            <p:ph type="body" idx="1"/>
          </p:nvPr>
        </p:nvSpPr>
        <p:spPr>
          <a:xfrm>
            <a:off x="4766733" y="273053"/>
            <a:ext cx="6815701"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94" name="Google Shape;60;p9"/>
          <p:cNvSpPr txBox="1"/>
          <p:nvPr>
            <p:ph type="body" sz="half" idx="21"/>
          </p:nvPr>
        </p:nvSpPr>
        <p:spPr>
          <a:xfrm>
            <a:off x="609601" y="1435102"/>
            <a:ext cx="4011002" cy="4691102"/>
          </a:xfrm>
          <a:prstGeom prst="rect">
            <a:avLst/>
          </a:prstGeom>
        </p:spPr>
        <p:txBody>
          <a:bodyPr/>
          <a:lstStyle/>
          <a:p>
            <a:pPr marL="228600" indent="0">
              <a:spcBef>
                <a:spcPts val="200"/>
              </a:spcBef>
              <a:buClrTx/>
              <a:buSzTx/>
              <a:buFontTx/>
              <a:buNone/>
              <a:defRPr sz="1400"/>
            </a:pPr>
          </a:p>
        </p:txBody>
      </p:sp>
      <p:sp>
        <p:nvSpPr>
          <p:cNvPr id="9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03"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04" name="Title Text"/>
          <p:cNvSpPr txBox="1"/>
          <p:nvPr>
            <p:ph type="title"/>
          </p:nvPr>
        </p:nvSpPr>
        <p:spPr>
          <a:xfrm>
            <a:off x="2389716" y="4800600"/>
            <a:ext cx="7315201" cy="566701"/>
          </a:xfrm>
          <a:prstGeom prst="rect">
            <a:avLst/>
          </a:prstGeom>
        </p:spPr>
        <p:txBody>
          <a:bodyPr anchor="b"/>
          <a:lstStyle>
            <a:lvl1pPr>
              <a:defRPr sz="2000">
                <a:solidFill>
                  <a:srgbClr val="FF0000"/>
                </a:solidFill>
              </a:defRPr>
            </a:lvl1pPr>
          </a:lstStyle>
          <a:p>
            <a:pPr/>
            <a:r>
              <a:t>Title Text</a:t>
            </a:r>
          </a:p>
        </p:txBody>
      </p:sp>
      <p:sp>
        <p:nvSpPr>
          <p:cNvPr id="105" name="Google Shape;66;p10"/>
          <p:cNvSpPr/>
          <p:nvPr>
            <p:ph type="pic" sz="half" idx="21"/>
          </p:nvPr>
        </p:nvSpPr>
        <p:spPr>
          <a:xfrm>
            <a:off x="2389716" y="612775"/>
            <a:ext cx="7315201" cy="4114800"/>
          </a:xfrm>
          <a:prstGeom prst="rect">
            <a:avLst/>
          </a:prstGeom>
        </p:spPr>
        <p:txBody>
          <a:bodyPr lIns="91439" tIns="45719" rIns="91439" bIns="45719">
            <a:noAutofit/>
          </a:bodyPr>
          <a:lstStyle/>
          <a:p>
            <a:pPr/>
          </a:p>
        </p:txBody>
      </p:sp>
      <p:sp>
        <p:nvSpPr>
          <p:cNvPr id="106" name="Body Level One…"/>
          <p:cNvSpPr txBox="1"/>
          <p:nvPr>
            <p:ph type="body" sz="quarter" idx="1"/>
          </p:nvPr>
        </p:nvSpPr>
        <p:spPr>
          <a:xfrm>
            <a:off x="2389716" y="5367337"/>
            <a:ext cx="7315201" cy="804901"/>
          </a:xfrm>
          <a:prstGeom prst="rect">
            <a:avLst/>
          </a:prstGeom>
        </p:spPr>
        <p:txBody>
          <a:bodyPr/>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10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15"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16" name="Title Text"/>
          <p:cNvSpPr txBox="1"/>
          <p:nvPr>
            <p:ph type="title"/>
          </p:nvPr>
        </p:nvSpPr>
        <p:spPr>
          <a:prstGeom prst="rect">
            <a:avLst/>
          </a:prstGeom>
        </p:spPr>
        <p:txBody>
          <a:bodyPr/>
          <a:lstStyle>
            <a:lvl1pPr>
              <a:defRPr>
                <a:solidFill>
                  <a:srgbClr val="FF0000"/>
                </a:solidFill>
              </a:defRPr>
            </a:lvl1pPr>
          </a:lstStyle>
          <a:p>
            <a:pPr/>
            <a:r>
              <a:t>Title Text</a:t>
            </a:r>
          </a:p>
        </p:txBody>
      </p:sp>
      <p:sp>
        <p:nvSpPr>
          <p:cNvPr id="117" name="Body Level One…"/>
          <p:cNvSpPr txBox="1"/>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126"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127" name="Title Text"/>
          <p:cNvSpPr txBox="1"/>
          <p:nvPr>
            <p:ph type="title"/>
          </p:nvPr>
        </p:nvSpPr>
        <p:spPr>
          <a:xfrm rot="5400000">
            <a:off x="7285049" y="1828791"/>
            <a:ext cx="5851501" cy="2743201"/>
          </a:xfrm>
          <a:prstGeom prst="rect">
            <a:avLst/>
          </a:prstGeom>
        </p:spPr>
        <p:txBody>
          <a:bodyPr/>
          <a:lstStyle>
            <a:lvl1pPr>
              <a:defRPr>
                <a:solidFill>
                  <a:srgbClr val="FF0000"/>
                </a:solidFill>
              </a:defRPr>
            </a:lvl1pPr>
          </a:lstStyle>
          <a:p>
            <a:pPr/>
            <a:r>
              <a:t>Title Text</a:t>
            </a:r>
          </a:p>
        </p:txBody>
      </p:sp>
      <p:sp>
        <p:nvSpPr>
          <p:cNvPr id="128" name="Body Level One…"/>
          <p:cNvSpPr txBox="1"/>
          <p:nvPr>
            <p:ph type="body" idx="1"/>
          </p:nvPr>
        </p:nvSpPr>
        <p:spPr>
          <a:xfrm rot="5400000">
            <a:off x="1696999" y="-812860"/>
            <a:ext cx="5851501"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1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11;p1"/>
          <p:cNvSpPr/>
          <p:nvPr/>
        </p:nvSpPr>
        <p:spPr>
          <a:xfrm>
            <a:off x="812800" y="914400"/>
            <a:ext cx="10668001" cy="0"/>
          </a:xfrm>
          <a:prstGeom prst="line">
            <a:avLst/>
          </a:prstGeom>
          <a:ln w="57150">
            <a:solidFill>
              <a:srgbClr val="000000"/>
            </a:solidFill>
          </a:ln>
        </p:spPr>
        <p:txBody>
          <a:bodyPr lIns="45719" rIns="45719"/>
          <a:lstStyle/>
          <a:p>
            <a:pPr/>
          </a:p>
        </p:txBody>
      </p:sp>
      <p:pic>
        <p:nvPicPr>
          <p:cNvPr id="3" name="Google Shape;12;p1" descr="Google Shape;12;p1"/>
          <p:cNvPicPr>
            <a:picLocks noChangeAspect="1"/>
          </p:cNvPicPr>
          <p:nvPr/>
        </p:nvPicPr>
        <p:blipFill>
          <a:blip r:embed="rId2">
            <a:extLst/>
          </a:blip>
          <a:srcRect l="0" t="0" r="0" b="18046"/>
          <a:stretch>
            <a:fillRect/>
          </a:stretch>
        </p:blipFill>
        <p:spPr>
          <a:xfrm>
            <a:off x="0" y="5991366"/>
            <a:ext cx="12192001" cy="866634"/>
          </a:xfrm>
          <a:prstGeom prst="rect">
            <a:avLst/>
          </a:prstGeom>
          <a:ln w="12700">
            <a:miter lim="400000"/>
          </a:ln>
        </p:spPr>
      </p:pic>
      <p:sp>
        <p:nvSpPr>
          <p:cNvPr id="4" name="Title Text"/>
          <p:cNvSpPr txBox="1"/>
          <p:nvPr>
            <p:ph type="title"/>
          </p:nvPr>
        </p:nvSpPr>
        <p:spPr>
          <a:xfrm>
            <a:off x="812800" y="274638"/>
            <a:ext cx="10668000" cy="4875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5" name="Body Level One…"/>
          <p:cNvSpPr txBox="1"/>
          <p:nvPr>
            <p:ph type="body" idx="1"/>
          </p:nvPr>
        </p:nvSpPr>
        <p:spPr>
          <a:xfrm>
            <a:off x="812800" y="1143000"/>
            <a:ext cx="10668000" cy="49530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284625" y="6397953"/>
            <a:ext cx="297875" cy="281901"/>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b="1" baseline="0" cap="none" i="0" spc="0" strike="noStrike" sz="2800" u="none">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5pPr>
      <a:lvl6pPr marL="28117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6pPr>
      <a:lvl7pPr marL="32689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b="0" baseline="0" cap="none" i="0" spc="0" strike="noStrike" sz="2400" u="none">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Verdan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Google Shape;87;p13"/>
          <p:cNvSpPr txBox="1"/>
          <p:nvPr>
            <p:ph type="ctrTitle"/>
          </p:nvPr>
        </p:nvSpPr>
        <p:spPr>
          <a:xfrm>
            <a:off x="790468" y="1069101"/>
            <a:ext cx="10363201" cy="962899"/>
          </a:xfrm>
          <a:prstGeom prst="rect">
            <a:avLst/>
          </a:prstGeom>
        </p:spPr>
        <p:txBody>
          <a:bodyPr/>
          <a:lstStyle>
            <a:lvl1pPr algn="ctr">
              <a:defRPr b="0"/>
            </a:lvl1pPr>
          </a:lstStyle>
          <a:p>
            <a:pPr/>
            <a:r>
              <a:t>PSCS_49_Al-based tool for preliminary diagnosis of Dermatological manifestations	</a:t>
            </a:r>
          </a:p>
        </p:txBody>
      </p:sp>
      <p:sp>
        <p:nvSpPr>
          <p:cNvPr id="139" name="Google Shape;88;p13"/>
          <p:cNvSpPr txBox="1"/>
          <p:nvPr>
            <p:ph type="subTitle" sz="quarter" idx="1"/>
          </p:nvPr>
        </p:nvSpPr>
        <p:spPr>
          <a:xfrm>
            <a:off x="790468" y="2045352"/>
            <a:ext cx="4391131" cy="552301"/>
          </a:xfrm>
          <a:prstGeom prst="rect">
            <a:avLst/>
          </a:prstGeom>
        </p:spPr>
        <p:txBody>
          <a:bodyPr/>
          <a:lstStyle>
            <a:lvl1pPr marL="0" indent="0" algn="l">
              <a:spcBef>
                <a:spcPts val="0"/>
              </a:spcBef>
              <a:defRPr b="0" sz="1800">
                <a:latin typeface="Cambria"/>
                <a:ea typeface="Cambria"/>
                <a:cs typeface="Cambria"/>
                <a:sym typeface="Cambria"/>
              </a:defRPr>
            </a:lvl1pPr>
          </a:lstStyle>
          <a:p>
            <a:pPr/>
            <a:r>
              <a:t>Batch Number: 2022</a:t>
            </a:r>
          </a:p>
        </p:txBody>
      </p:sp>
      <p:sp>
        <p:nvSpPr>
          <p:cNvPr id="140"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lgn="ctr" defTabSz="841247">
              <a:defRPr sz="1656">
                <a:solidFill>
                  <a:srgbClr val="17365D"/>
                </a:solidFill>
                <a:latin typeface="Cambria"/>
                <a:ea typeface="Cambria"/>
                <a:cs typeface="Cambria"/>
                <a:sym typeface="Cambria"/>
              </a:defRPr>
            </a:pPr>
            <a:r>
              <a:t>Under the Supervision of,</a:t>
            </a:r>
          </a:p>
          <a:p>
            <a:pPr algn="ctr" defTabSz="841247">
              <a:spcBef>
                <a:spcPts val="300"/>
              </a:spcBef>
              <a:defRPr sz="1840">
                <a:solidFill>
                  <a:srgbClr val="17365D"/>
                </a:solidFill>
                <a:latin typeface="Cambria"/>
                <a:ea typeface="Cambria"/>
                <a:cs typeface="Cambria"/>
                <a:sym typeface="Cambria"/>
              </a:defRPr>
            </a:pPr>
          </a:p>
          <a:p>
            <a:pPr defTabSz="841247">
              <a:spcBef>
                <a:spcPts val="200"/>
              </a:spcBef>
              <a:defRPr sz="1564">
                <a:solidFill>
                  <a:srgbClr val="17365D"/>
                </a:solidFill>
                <a:latin typeface="Cambria"/>
                <a:ea typeface="Cambria"/>
                <a:cs typeface="Cambria"/>
                <a:sym typeface="Cambria"/>
              </a:defRPr>
            </a:pPr>
            <a:r>
              <a:t>Dr./Mr./Ms./Prof.</a:t>
            </a:r>
          </a:p>
          <a:p>
            <a:pPr defTabSz="841247">
              <a:spcBef>
                <a:spcPts val="200"/>
              </a:spcBef>
              <a:defRPr sz="1564">
                <a:solidFill>
                  <a:srgbClr val="17365D"/>
                </a:solidFill>
                <a:latin typeface="Cambria"/>
                <a:ea typeface="Cambria"/>
                <a:cs typeface="Cambria"/>
                <a:sym typeface="Cambria"/>
              </a:defRPr>
            </a:pPr>
            <a:r>
              <a:t>Professor / Associate Professor / Assistant Professor</a:t>
            </a:r>
          </a:p>
          <a:p>
            <a:pPr defTabSz="841247">
              <a:spcBef>
                <a:spcPts val="200"/>
              </a:spcBef>
              <a:defRPr sz="1564">
                <a:solidFill>
                  <a:srgbClr val="17365D"/>
                </a:solidFill>
                <a:latin typeface="Cambria"/>
                <a:ea typeface="Cambria"/>
                <a:cs typeface="Cambria"/>
                <a:sym typeface="Cambria"/>
              </a:defRPr>
            </a:pPr>
            <a:r>
              <a:t>School of Computer Science and Engineering</a:t>
            </a:r>
          </a:p>
          <a:p>
            <a:pPr defTabSz="841247">
              <a:spcBef>
                <a:spcPts val="200"/>
              </a:spcBef>
              <a:defRPr sz="1564">
                <a:solidFill>
                  <a:srgbClr val="17365D"/>
                </a:solidFill>
                <a:latin typeface="Cambria"/>
                <a:ea typeface="Cambria"/>
                <a:cs typeface="Cambria"/>
                <a:sym typeface="Cambria"/>
              </a:defRPr>
            </a:pPr>
            <a:r>
              <a:t>Presidency University</a:t>
            </a:r>
          </a:p>
        </p:txBody>
      </p:sp>
      <p:graphicFrame>
        <p:nvGraphicFramePr>
          <p:cNvPr id="141" name="Google Shape;89;p13"/>
          <p:cNvGraphicFramePr/>
          <p:nvPr/>
        </p:nvGraphicFramePr>
        <p:xfrm>
          <a:off x="553348" y="2452254"/>
          <a:ext cx="5822514" cy="3561485"/>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2240390"/>
                <a:gridCol w="3582124"/>
              </a:tblGrid>
              <a:tr h="395724">
                <a:tc>
                  <a:txBody>
                    <a:bodyPr/>
                    <a:lstStyle/>
                    <a:p>
                      <a:pPr lvl="1" algn="ctr">
                        <a:defRPr b="1" sz="1800">
                          <a:solidFill>
                            <a:srgbClr val="17365D"/>
                          </a:solidFill>
                          <a:sym typeface="Arial"/>
                        </a:defRPr>
                      </a:pPr>
                      <a:r>
                        <a:t>Roll Number</a:t>
                      </a:r>
                    </a:p>
                  </a:txBody>
                  <a:tcPr marL="45725" marR="45725" marT="45725" marB="45725" anchor="ctr" anchorCtr="0" horzOverflow="overflow"/>
                </a:tc>
                <a:tc>
                  <a:txBody>
                    <a:bodyPr/>
                    <a:lstStyle/>
                    <a:p>
                      <a:pPr algn="ctr">
                        <a:defRPr sz="1800"/>
                      </a:pPr>
                      <a:r>
                        <a:rPr b="1">
                          <a:solidFill>
                            <a:srgbClr val="17365D"/>
                          </a:solidFill>
                          <a:sym typeface="Arial"/>
                        </a:rPr>
                        <a:t>Student Name</a:t>
                      </a:r>
                    </a:p>
                  </a:txBody>
                  <a:tcPr marL="45725" marR="45725" marT="45725" marB="45725" anchor="ctr" anchorCtr="0" horzOverflow="overflow"/>
                </a:tc>
              </a:tr>
              <a:tr h="1582864">
                <a:tc>
                  <a:txBody>
                    <a:bodyPr/>
                    <a:lstStyle/>
                    <a:p>
                      <a:pPr algn="ctr">
                        <a:defRPr sz="1800">
                          <a:sym typeface="Arial"/>
                        </a:defRPr>
                      </a:pPr>
                      <a:r>
                        <a:t>20221CAI0037</a:t>
                      </a:r>
                    </a:p>
                    <a:p>
                      <a:pPr algn="ctr">
                        <a:defRPr sz="1800">
                          <a:sym typeface="Arial"/>
                        </a:defRPr>
                      </a:pPr>
                    </a:p>
                    <a:p>
                      <a:pPr algn="ctr">
                        <a:defRPr sz="1800">
                          <a:sym typeface="Arial"/>
                        </a:defRPr>
                      </a:pPr>
                      <a:r>
                        <a:t>20221CAI0048</a:t>
                      </a:r>
                    </a:p>
                    <a:p>
                      <a:pPr algn="ctr">
                        <a:defRPr sz="1800">
                          <a:sym typeface="Arial"/>
                        </a:defRPr>
                      </a:pPr>
                    </a:p>
                    <a:p>
                      <a:pPr algn="ctr">
                        <a:defRPr sz="1800">
                          <a:sym typeface="Arial"/>
                        </a:defRPr>
                      </a:pPr>
                      <a:r>
                        <a:t>20221CAI0008</a:t>
                      </a:r>
                    </a:p>
                  </a:txBody>
                  <a:tcPr marL="45725" marR="45725" marT="45725" marB="45725" anchor="ctr" anchorCtr="0" horzOverflow="overflow"/>
                </a:tc>
                <a:tc>
                  <a:txBody>
                    <a:bodyPr/>
                    <a:lstStyle/>
                    <a:p>
                      <a:pPr algn="ctr">
                        <a:defRPr sz="1800">
                          <a:sym typeface="Arial"/>
                        </a:defRPr>
                      </a:pPr>
                      <a:r>
                        <a:t>Armaan Khan</a:t>
                      </a:r>
                    </a:p>
                    <a:p>
                      <a:pPr algn="ctr">
                        <a:defRPr sz="1800">
                          <a:sym typeface="Arial"/>
                        </a:defRPr>
                      </a:pPr>
                    </a:p>
                    <a:p>
                      <a:pPr algn="ctr">
                        <a:defRPr sz="1800">
                          <a:sym typeface="Arial"/>
                        </a:defRPr>
                      </a:pPr>
                      <a:r>
                        <a:t>Syed Basim</a:t>
                      </a:r>
                    </a:p>
                    <a:p>
                      <a:pPr algn="ctr">
                        <a:defRPr sz="1800">
                          <a:sym typeface="Arial"/>
                        </a:defRPr>
                      </a:pPr>
                    </a:p>
                    <a:p>
                      <a:pPr algn="ctr">
                        <a:defRPr sz="1800">
                          <a:latin typeface="Bookman Old Style"/>
                          <a:ea typeface="Bookman Old Style"/>
                          <a:cs typeface="Bookman Old Style"/>
                          <a:sym typeface="Bookman Old Style"/>
                        </a:defRPr>
                      </a:pPr>
                      <a:r>
                        <a:t>Shaik Mahammed Saif</a:t>
                      </a:r>
                      <a:r>
                        <a:rPr sz="1400"/>
                        <a:t>	</a:t>
                      </a:r>
                      <a:endParaRPr sz="1400"/>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r h="395724">
                <a:tc>
                  <a:txBody>
                    <a:bodyPr/>
                    <a:lstStyle/>
                    <a:p>
                      <a:pPr algn="l">
                        <a:defRPr sz="1400">
                          <a:sym typeface="Arial"/>
                        </a:defRPr>
                      </a:pPr>
                    </a:p>
                  </a:txBody>
                  <a:tcPr marL="45725" marR="45725" marT="45725" marB="45725" anchor="ctr" anchorCtr="0" horzOverflow="overflow"/>
                </a:tc>
                <a:tc>
                  <a:txBody>
                    <a:bodyPr/>
                    <a:lstStyle/>
                    <a:p>
                      <a:pPr algn="l">
                        <a:defRPr sz="1400">
                          <a:sym typeface="Arial"/>
                        </a:defRPr>
                      </a:pPr>
                    </a:p>
                  </a:txBody>
                  <a:tcPr marL="45725" marR="45725" marT="45725" marB="45725" anchor="ctr" anchorCtr="0" horzOverflow="overflow"/>
                </a:tc>
              </a:tr>
            </a:tbl>
          </a:graphicData>
        </a:graphic>
      </p:graphicFrame>
      <p:sp>
        <p:nvSpPr>
          <p:cNvPr id="142" name="Google Shape;91;p13"/>
          <p:cNvSpPr txBox="1"/>
          <p:nvPr/>
        </p:nvSpPr>
        <p:spPr>
          <a:xfrm>
            <a:off x="2877949" y="136440"/>
            <a:ext cx="5407525" cy="6629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lgn="ctr">
              <a:defRPr sz="1800">
                <a:solidFill>
                  <a:srgbClr val="17365D"/>
                </a:solidFill>
                <a:latin typeface="Cambria"/>
                <a:ea typeface="Cambria"/>
                <a:cs typeface="Cambria"/>
                <a:sym typeface="Cambria"/>
              </a:defRPr>
            </a:pPr>
            <a:r>
              <a:t>CSE7101- Capstone Project</a:t>
            </a:r>
          </a:p>
          <a:p>
            <a:pPr algn="ctr">
              <a:spcBef>
                <a:spcPts val="300"/>
              </a:spcBef>
              <a:defRPr sz="1800">
                <a:solidFill>
                  <a:srgbClr val="17365D"/>
                </a:solidFill>
                <a:latin typeface="Cambria"/>
                <a:ea typeface="Cambria"/>
                <a:cs typeface="Cambria"/>
                <a:sym typeface="Cambria"/>
              </a:defRPr>
            </a:pPr>
            <a:r>
              <a:t>Review-3</a:t>
            </a:r>
          </a:p>
        </p:txBody>
      </p:sp>
      <p:sp>
        <p:nvSpPr>
          <p:cNvPr id="143" name="Google Shape;91;p13"/>
          <p:cNvSpPr txBox="1"/>
          <p:nvPr/>
        </p:nvSpPr>
        <p:spPr>
          <a:xfrm>
            <a:off x="45724" y="4533900"/>
            <a:ext cx="12158467" cy="1180636"/>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1800">
                <a:solidFill>
                  <a:schemeClr val="accent1"/>
                </a:solidFill>
                <a:latin typeface="Cambria"/>
                <a:ea typeface="Cambria"/>
                <a:cs typeface="Cambria"/>
                <a:sym typeface="Cambria"/>
              </a:defRPr>
            </a:pPr>
            <a:r>
              <a:t>Name of the Program: </a:t>
            </a:r>
            <a:r>
              <a:rPr>
                <a:solidFill>
                  <a:srgbClr val="000000"/>
                </a:solidFill>
                <a:latin typeface="+mn-lt"/>
                <a:ea typeface="+mn-ea"/>
                <a:cs typeface="+mn-cs"/>
                <a:sym typeface="Arial"/>
              </a:rPr>
              <a:t>CAI-Computer Science &amp; Engineering (Artificial Intelligence &amp; Machine Learning) </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HoD: </a:t>
            </a:r>
            <a:r>
              <a:rPr>
                <a:solidFill>
                  <a:srgbClr val="000000"/>
                </a:solidFill>
                <a:latin typeface="+mn-lt"/>
                <a:ea typeface="+mn-ea"/>
                <a:cs typeface="+mn-cs"/>
                <a:sym typeface="Arial"/>
              </a:rPr>
              <a:t>Dr. Zafar Ali Khan N</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Program Project Coordinator: </a:t>
            </a:r>
            <a:r>
              <a:rPr>
                <a:solidFill>
                  <a:srgbClr val="000000"/>
                </a:solidFill>
                <a:latin typeface="+mn-lt"/>
                <a:ea typeface="+mn-ea"/>
                <a:cs typeface="+mn-cs"/>
                <a:sym typeface="Arial"/>
              </a:rPr>
              <a:t>Ms. Suma N G</a:t>
            </a:r>
            <a:endParaRPr>
              <a:solidFill>
                <a:srgbClr val="000000"/>
              </a:solidFill>
              <a:latin typeface="+mn-lt"/>
              <a:ea typeface="+mn-ea"/>
              <a:cs typeface="+mn-cs"/>
              <a:sym typeface="Arial"/>
            </a:endParaRPr>
          </a:p>
          <a:p>
            <a:pPr>
              <a:defRPr sz="1800">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Title 1"/>
          <p:cNvSpPr txBox="1"/>
          <p:nvPr>
            <p:ph type="title"/>
          </p:nvPr>
        </p:nvSpPr>
        <p:spPr>
          <a:xfrm>
            <a:off x="812800" y="274638"/>
            <a:ext cx="10668000" cy="487501"/>
          </a:xfrm>
          <a:prstGeom prst="rect">
            <a:avLst/>
          </a:prstGeom>
        </p:spPr>
        <p:txBody>
          <a:bodyPr/>
          <a:lstStyle>
            <a:lvl1pPr defTabSz="850391">
              <a:defRPr sz="2604"/>
            </a:lvl1pPr>
          </a:lstStyle>
          <a:p>
            <a:pPr/>
            <a:r>
              <a:t>Architecture Diagram</a:t>
            </a:r>
          </a:p>
        </p:txBody>
      </p:sp>
      <p:sp>
        <p:nvSpPr>
          <p:cNvPr id="146" name="Text Placeholder 2"/>
          <p:cNvSpPr txBox="1"/>
          <p:nvPr>
            <p:ph type="body" idx="1"/>
          </p:nvPr>
        </p:nvSpPr>
        <p:spPr>
          <a:prstGeom prst="rect">
            <a:avLst/>
          </a:prstGeom>
        </p:spPr>
        <p:txBody>
          <a:bodyPr/>
          <a:lstStyle>
            <a:lvl1pPr marL="0" indent="76200">
              <a:buSzTx/>
              <a:buNone/>
            </a:lvl1pPr>
          </a:lstStyle>
          <a:p>
            <a:pPr/>
            <a:r>
              <a:t>Flowchart:</a:t>
            </a:r>
          </a:p>
        </p:txBody>
      </p:sp>
      <p:pic>
        <p:nvPicPr>
          <p:cNvPr id="147" name="Picture 5" descr="Picture 5"/>
          <p:cNvPicPr>
            <a:picLocks noChangeAspect="1"/>
          </p:cNvPicPr>
          <p:nvPr/>
        </p:nvPicPr>
        <p:blipFill>
          <a:blip r:embed="rId2">
            <a:extLst/>
          </a:blip>
          <a:stretch>
            <a:fillRect/>
          </a:stretch>
        </p:blipFill>
        <p:spPr>
          <a:xfrm>
            <a:off x="3017520" y="955964"/>
            <a:ext cx="6891251" cy="5219702"/>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Title 1"/>
          <p:cNvSpPr txBox="1"/>
          <p:nvPr>
            <p:ph type="title"/>
          </p:nvPr>
        </p:nvSpPr>
        <p:spPr>
          <a:xfrm>
            <a:off x="812800" y="274638"/>
            <a:ext cx="10668000" cy="487501"/>
          </a:xfrm>
          <a:prstGeom prst="rect">
            <a:avLst/>
          </a:prstGeom>
        </p:spPr>
        <p:txBody>
          <a:bodyPr/>
          <a:lstStyle>
            <a:lvl1pPr defTabSz="850391">
              <a:defRPr sz="2604"/>
            </a:lvl1pPr>
          </a:lstStyle>
          <a:p>
            <a:pPr/>
            <a:r>
              <a:t>Proposed approach </a:t>
            </a:r>
          </a:p>
        </p:txBody>
      </p:sp>
      <p:sp>
        <p:nvSpPr>
          <p:cNvPr id="150" name="Text Placeholder 2"/>
          <p:cNvSpPr txBox="1"/>
          <p:nvPr>
            <p:ph type="body" idx="1"/>
          </p:nvPr>
        </p:nvSpPr>
        <p:spPr>
          <a:prstGeom prst="rect">
            <a:avLst/>
          </a:prstGeom>
        </p:spPr>
        <p:txBody>
          <a:bodyPr/>
          <a:lstStyle/>
          <a:p>
            <a:pPr/>
            <a:r>
              <a:t>The core goal of the given project is to design and implement an AI-based diagnostic support system that will be able to offer a preliminary evaluation of dermatological manifestations based on dermoscopic images and other key clinical metadata. The system is geared towards helping the healthcare professionals, more so those who are in a resource-constrained setting by providing prompt, precise and interpretable diagnostic information. The combination of state-of-art deep learning application with explainable AI and metadata integration are expected to increase the rates of early detection, a decrease in diagnostic waiting time and ease of access to dermatological services among rural and semi-urban areas of operation.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itle 1"/>
          <p:cNvSpPr txBox="1"/>
          <p:nvPr>
            <p:ph type="title"/>
          </p:nvPr>
        </p:nvSpPr>
        <p:spPr>
          <a:xfrm>
            <a:off x="812800" y="274638"/>
            <a:ext cx="10668000" cy="487501"/>
          </a:xfrm>
          <a:prstGeom prst="rect">
            <a:avLst/>
          </a:prstGeom>
        </p:spPr>
        <p:txBody>
          <a:bodyPr/>
          <a:lstStyle/>
          <a:p>
            <a:pPr defTabSz="850391">
              <a:defRPr sz="2604"/>
            </a:pPr>
          </a:p>
        </p:txBody>
      </p:sp>
      <p:sp>
        <p:nvSpPr>
          <p:cNvPr id="153" name="Text Placeholder 2"/>
          <p:cNvSpPr txBox="1"/>
          <p:nvPr>
            <p:ph type="body" idx="1"/>
          </p:nvPr>
        </p:nvSpPr>
        <p:spPr>
          <a:prstGeom prst="rect">
            <a:avLst/>
          </a:prstGeom>
        </p:spPr>
        <p:txBody>
          <a:bodyPr/>
          <a:lstStyle>
            <a:lvl1pPr>
              <a:lnSpc>
                <a:spcPct val="80000"/>
              </a:lnSpc>
              <a:buSzPts val="2000"/>
              <a:defRPr sz="2000"/>
            </a:lvl1pPr>
          </a:lstStyle>
          <a:p>
            <a:pPr/>
            <a:r>
              <a:t>EfficientNetB4 Feature Extractor. The central part of the model is based on the EfficientNetB4 architecture that offers better performance in medical image classification because it offers balanced scaling of convolutional layers. The trained model, which was pretrained using ImageNet weights, produces fine lesion features which include pigment networks, asymmetry, vascularity, and edges. Metadata Processing Network The model includes the necessary patient metadata such as age, sex and anatomical location, all of which are clinically important in diagnosis. Age is normalized, and categorical variables (sex and location of the lesion) are one-hot encoded. These characteristics undergo fully connected layers to produce meaningful embeddings. Feature Fusion Layer An embedding of the image feature is combined with the metadata to produce a more comprehensive diagnostic representation. The hybridization enables the system to imitate the real-world dermatologist decision-making in which the diagnosis is made based not only on the visual feature of the patient but also on their context. Class Management with Class Skewing. The HAM10000 data is not balanced as it has some lesions that are not fully represented. Class weights are also computed and used in training the model to address the problem of biasness against classes that are of majority. Grad-CAM Explainability in AI.</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Title 1"/>
          <p:cNvSpPr txBox="1"/>
          <p:nvPr>
            <p:ph type="title"/>
          </p:nvPr>
        </p:nvSpPr>
        <p:spPr>
          <a:xfrm>
            <a:off x="812800" y="274638"/>
            <a:ext cx="10668000" cy="487501"/>
          </a:xfrm>
          <a:prstGeom prst="rect">
            <a:avLst/>
          </a:prstGeom>
        </p:spPr>
        <p:txBody>
          <a:bodyPr/>
          <a:lstStyle>
            <a:lvl1pPr defTabSz="850391">
              <a:defRPr sz="2604"/>
            </a:lvl1pPr>
          </a:lstStyle>
          <a:p>
            <a:pPr/>
            <a:r>
              <a:t>Objectives</a:t>
            </a:r>
          </a:p>
        </p:txBody>
      </p:sp>
      <p:sp>
        <p:nvSpPr>
          <p:cNvPr id="156" name="Text Placeholder 2"/>
          <p:cNvSpPr txBox="1"/>
          <p:nvPr>
            <p:ph type="body" idx="1"/>
          </p:nvPr>
        </p:nvSpPr>
        <p:spPr>
          <a:prstGeom prst="rect">
            <a:avLst/>
          </a:prstGeom>
        </p:spPr>
        <p:txBody>
          <a:bodyPr/>
          <a:lstStyle/>
          <a:p>
            <a:pPr>
              <a:lnSpc>
                <a:spcPct val="80000"/>
              </a:lnSpc>
              <a:buSzPts val="2000"/>
              <a:defRPr sz="2000"/>
            </a:pPr>
            <a:r>
              <a:t>The objectives of this project will be designed to meet the behavioural, analytical, managerial, security and deployment needs of an AI-aided dermatological diagnostic system. These goals guarantee that the system is reliable, efficient in data processing, the system is trusted by the users, and can be deployed in the real field of healthcare. All the objectives can be measured and directly implemented in the system architecture and implementation. </a:t>
            </a:r>
            <a:br/>
            <a:r>
              <a:rPr b="1"/>
              <a:t>Objective 1: </a:t>
            </a:r>
            <a:r>
              <a:t>As a part of designing and implementing a multimodal deep learning model, it is possible to analyse the dermoscopic image behaviour and extract clinically meaningful patterns. This goal is aimed at the behavioural component of the system and the possibility to detect and memorize the complex visual features of the skin lesion. The deep learning model should be able to detect pigment networks, asymmetry, lesion edges, vascular architecture, and texture differences that can be related to various dermatological diseases. The system is able to learnbehavioural cues such as observed by dermatologists by using EfficientNetB4 and other sophisticated convolutional operations, thereby guaranteeing the relevance and the accuracy of its diagnostics.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Title 1"/>
          <p:cNvSpPr txBox="1"/>
          <p:nvPr>
            <p:ph type="title"/>
          </p:nvPr>
        </p:nvSpPr>
        <p:spPr>
          <a:xfrm>
            <a:off x="812800" y="274638"/>
            <a:ext cx="10668000" cy="487501"/>
          </a:xfrm>
          <a:prstGeom prst="rect">
            <a:avLst/>
          </a:prstGeom>
        </p:spPr>
        <p:txBody>
          <a:bodyPr/>
          <a:lstStyle/>
          <a:p>
            <a:pPr defTabSz="850391">
              <a:defRPr sz="2604"/>
            </a:pPr>
          </a:p>
        </p:txBody>
      </p:sp>
      <p:sp>
        <p:nvSpPr>
          <p:cNvPr id="159" name="Text Placeholder 2"/>
          <p:cNvSpPr txBox="1"/>
          <p:nvPr>
            <p:ph type="body" idx="1"/>
          </p:nvPr>
        </p:nvSpPr>
        <p:spPr>
          <a:prstGeom prst="rect">
            <a:avLst/>
          </a:prstGeom>
        </p:spPr>
        <p:txBody>
          <a:bodyPr/>
          <a:lstStyle/>
          <a:p>
            <a:pPr>
              <a:lnSpc>
                <a:spcPct val="80000"/>
              </a:lnSpc>
              <a:buSzPts val="1800"/>
              <a:defRPr b="1" sz="1800"/>
            </a:pPr>
            <a:r>
              <a:t>Objective 2: </a:t>
            </a:r>
            <a:r>
              <a:rPr b="0"/>
              <a:t>To create an analytical metadata fusion system that incorporates age, sex, and anatomical site with image-based characteristics in order to make a better diagnosis decision. The diagnostic process in dermatology cannot be entirely based on images, and the doctor usually uses demographics, and localization of the lesion to assess it correctly. This goal will provide the system with an analytical processing of metadata based on organized layers and fuses it with profound visual features via a fusion architecture. Clinical context integration enhances more dependable decision-making, and it reflects the actual diagnostic process, which enhances sensitivity and specificity between lesion types</a:t>
            </a:r>
            <a:br>
              <a:rPr b="0"/>
            </a:br>
            <a:r>
              <a:t>Objective 3: </a:t>
            </a:r>
            <a:r>
              <a:rPr b="0"/>
              <a:t>To implement a model management workflow through systematic model where dataset is preprocessed, weights of classes are considered, performance is being monitored, and optimization is being done in an iterative manner to achieve a biased-free training. An effective diagnostic system must have a robust data and model behaviour that is internally managed. This goal presents an organized dataset balancing, normalization, augmentation, and partitioning workflow. The model is fair and it reduces bias in the classes of majority, which is achieved through class-weighting schemes and continuous training observation. This is to make sure that minor forms of lesions like dermatofibroma or vascular lesions are well reflected in the training and help in achieving a balanced assessment.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1" name="Picture 4" descr="Picture 4"/>
          <p:cNvPicPr>
            <a:picLocks noChangeAspect="1"/>
          </p:cNvPicPr>
          <p:nvPr/>
        </p:nvPicPr>
        <p:blipFill>
          <a:blip r:embed="rId2">
            <a:extLst/>
          </a:blip>
          <a:stretch>
            <a:fillRect/>
          </a:stretch>
        </p:blipFill>
        <p:spPr>
          <a:xfrm>
            <a:off x="4082810" y="1441315"/>
            <a:ext cx="3893306" cy="3935472"/>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Helvetica"/>
        <a:ea typeface="Helvetica"/>
        <a:cs typeface="Helvetica"/>
      </a:majorFont>
      <a:minorFont>
        <a:latin typeface="Arial"/>
        <a:ea typeface="Arial"/>
        <a:cs typeface="Arial"/>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Helvetica"/>
        <a:ea typeface="Helvetica"/>
        <a:cs typeface="Helvetica"/>
      </a:majorFont>
      <a:minorFont>
        <a:latin typeface="Arial"/>
        <a:ea typeface="Arial"/>
        <a:cs typeface="Arial"/>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